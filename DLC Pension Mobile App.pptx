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theme/theme5.xml" ContentType="application/vnd.openxmlformats-officedocument.theme+xml"/>
  <Override PartName="/ppt/notesSlides/notesSlide2.xml" ContentType="application/vnd.openxmlformats-officedocument.presentationml.notesSlide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1.xml" ContentType="application/vnd.openxmlformats-officedocument.drawingml.diagramLayou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82" r:id="rId1"/>
    <p:sldMasterId id="2147483698" r:id="rId2"/>
    <p:sldMasterId id="2147483753" r:id="rId3"/>
  </p:sldMasterIdLst>
  <p:notesMasterIdLst>
    <p:notesMasterId r:id="rId17"/>
  </p:notesMasterIdLst>
  <p:handoutMasterIdLst>
    <p:handoutMasterId r:id="rId18"/>
  </p:handoutMasterIdLst>
  <p:sldIdLst>
    <p:sldId id="896" r:id="rId4"/>
    <p:sldId id="868" r:id="rId5"/>
    <p:sldId id="915" r:id="rId6"/>
    <p:sldId id="879" r:id="rId7"/>
    <p:sldId id="916" r:id="rId8"/>
    <p:sldId id="917" r:id="rId9"/>
    <p:sldId id="918" r:id="rId10"/>
    <p:sldId id="919" r:id="rId11"/>
    <p:sldId id="921" r:id="rId12"/>
    <p:sldId id="924" r:id="rId13"/>
    <p:sldId id="925" r:id="rId14"/>
    <p:sldId id="923" r:id="rId15"/>
    <p:sldId id="927" r:id="rId16"/>
  </p:sldIdLst>
  <p:sldSz cx="12192000" cy="6858000"/>
  <p:notesSz cx="6858000" cy="9144000"/>
  <p:defaultTextStyle>
    <a:defPPr>
      <a:defRPr lang="fr-FR"/>
    </a:defPPr>
    <a:lvl1pPr marL="0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78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54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32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09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86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62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 xmlns="">
        <p14:section name="SHOWEET" id="{D34E524A-D6EF-4CBC-A13A-51C3740B0549}">
          <p14:sldIdLst>
            <p14:sldId id="896"/>
            <p14:sldId id="868"/>
            <p14:sldId id="879"/>
            <p14:sldId id="915"/>
            <p14:sldId id="873"/>
            <p14:sldId id="916"/>
          </p14:sldIdLst>
        </p14:section>
        <p14:section name="CREDITS &amp; COPYRIGHTS" id="{96A22112-93F8-4FC4-92DC-51B794962ED1}">
          <p14:sldIdLst>
            <p14:sldId id="809"/>
            <p14:sldId id="824"/>
            <p14:sldId id="758"/>
          </p14:sldIdLst>
        </p14:section>
      </p14:sectionLst>
    </p:ext>
    <p:ext uri="{EFAFB233-063F-42B5-8137-9DF3F51BA10A}">
      <p15:sldGuideLst xmlns:p15="http://schemas.microsoft.com/office/powerpoint/2012/main" xmlns="">
        <p15:guide id="1" orient="horz" pos="2251" userDrawn="1">
          <p15:clr>
            <a:srgbClr val="A4A3A4"/>
          </p15:clr>
        </p15:guide>
        <p15:guide id="3" orient="horz" pos="3159" userDrawn="1">
          <p15:clr>
            <a:srgbClr val="A4A3A4"/>
          </p15:clr>
        </p15:guide>
        <p15:guide id="5" orient="horz" pos="981" userDrawn="1">
          <p15:clr>
            <a:srgbClr val="A4A3A4"/>
          </p15:clr>
        </p15:guide>
        <p15:guide id="6" pos="3840" userDrawn="1">
          <p15:clr>
            <a:srgbClr val="A4A3A4"/>
          </p15:clr>
        </p15:guide>
        <p15:guide id="7" pos="575" userDrawn="1">
          <p15:clr>
            <a:srgbClr val="A4A3A4"/>
          </p15:clr>
        </p15:guide>
        <p15:guide id="8" pos="7105" userDrawn="1">
          <p15:clr>
            <a:srgbClr val="A4A3A4"/>
          </p15:clr>
        </p15:guide>
        <p15:guide id="9" pos="7408" userDrawn="1">
          <p15:clr>
            <a:srgbClr val="A4A3A4"/>
          </p15:clr>
        </p15:guide>
        <p15:guide id="10" pos="303" userDrawn="1">
          <p15:clr>
            <a:srgbClr val="A4A3A4"/>
          </p15:clr>
        </p15:guide>
        <p15:guide id="11" pos="1965" userDrawn="1">
          <p15:clr>
            <a:srgbClr val="A4A3A4"/>
          </p15:clr>
        </p15:guide>
        <p15:guide id="12" pos="5715" userDrawn="1">
          <p15:clr>
            <a:srgbClr val="A4A3A4"/>
          </p15:clr>
        </p15:guide>
        <p15:guide id="13" pos="4384" userDrawn="1">
          <p15:clr>
            <a:srgbClr val="A4A3A4"/>
          </p15:clr>
        </p15:guide>
        <p15:guide id="14" orient="horz" pos="3295" userDrawn="1">
          <p15:clr>
            <a:srgbClr val="A4A3A4"/>
          </p15:clr>
        </p15:guide>
        <p15:guide id="15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9CEEF"/>
    <a:srgbClr val="D4A36E"/>
    <a:srgbClr val="D0343C"/>
    <a:srgbClr val="8DB1C4"/>
    <a:srgbClr val="3D4149"/>
    <a:srgbClr val="615474"/>
    <a:srgbClr val="F9BE75"/>
    <a:srgbClr val="E4625C"/>
    <a:srgbClr val="403551"/>
    <a:srgbClr val="CECFCE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929F9F4-4A8F-4326-A1B4-22849713DDAB}" styleName="Style foncé 1 - Accentuation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Style foncé 1 - Accentuation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Style foncé 1 - Accentuation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Style foncé 1 - Accentuation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Style foncé 1 - Accentuation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Style foncé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8809" autoAdjust="0"/>
    <p:restoredTop sz="95417" autoAdjust="0"/>
  </p:normalViewPr>
  <p:slideViewPr>
    <p:cSldViewPr>
      <p:cViewPr>
        <p:scale>
          <a:sx n="66" d="100"/>
          <a:sy n="66" d="100"/>
        </p:scale>
        <p:origin x="-1080" y="-461"/>
      </p:cViewPr>
      <p:guideLst>
        <p:guide orient="horz" pos="2251"/>
        <p:guide orient="horz" pos="3159"/>
        <p:guide orient="horz" pos="981"/>
        <p:guide orient="horz" pos="3295"/>
        <p:guide orient="horz" pos="2160"/>
        <p:guide pos="3840"/>
        <p:guide pos="575"/>
        <p:guide pos="7105"/>
        <p:guide pos="7408"/>
        <p:guide pos="303"/>
        <p:guide pos="1965"/>
        <p:guide pos="5715"/>
        <p:guide pos="4384"/>
      </p:guideLst>
    </p:cSldViewPr>
  </p:slideViewPr>
  <p:outlineViewPr>
    <p:cViewPr>
      <p:scale>
        <a:sx n="33" d="100"/>
        <a:sy n="33" d="100"/>
      </p:scale>
      <p:origin x="0" y="-2850"/>
    </p:cViewPr>
  </p:outlineViewPr>
  <p:notesTextViewPr>
    <p:cViewPr>
      <p:scale>
        <a:sx n="150" d="100"/>
        <a:sy n="150" d="100"/>
      </p:scale>
      <p:origin x="0" y="0"/>
    </p:cViewPr>
  </p:notesTextViewPr>
  <p:notesViewPr>
    <p:cSldViewPr>
      <p:cViewPr varScale="1">
        <p:scale>
          <a:sx n="87" d="100"/>
          <a:sy n="87" d="100"/>
        </p:scale>
        <p:origin x="2988" y="66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208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9C32B05-62EA-407A-B21C-2310C7945705}" type="doc">
      <dgm:prSet loTypeId="urn:microsoft.com/office/officeart/2009/3/layout/RandomtoResultProcess" loCatId="process" qsTypeId="urn:microsoft.com/office/officeart/2005/8/quickstyle/simple4" qsCatId="simple" csTypeId="urn:microsoft.com/office/officeart/2005/8/colors/colorful1#208" csCatId="colorful" phldr="1"/>
      <dgm:spPr/>
      <dgm:t>
        <a:bodyPr/>
        <a:lstStyle/>
        <a:p>
          <a:endParaRPr lang="en-US"/>
        </a:p>
      </dgm:t>
    </dgm:pt>
    <dgm:pt modelId="{42D71409-67F9-455C-8C6D-716D284AAA6B}">
      <dgm:prSet phldrT="[Text]" custT="1"/>
      <dgm:spPr/>
      <dgm:t>
        <a:bodyPr/>
        <a:lstStyle/>
        <a:p>
          <a:r>
            <a:rPr lang="en-US" sz="2100" dirty="0" smtClean="0"/>
            <a:t>Registration</a:t>
          </a:r>
          <a:endParaRPr lang="en-US" sz="2100" dirty="0"/>
        </a:p>
      </dgm:t>
    </dgm:pt>
    <dgm:pt modelId="{51680ED1-AF6E-4B28-AE94-92B0EFB0DF7D}" type="parTrans" cxnId="{2AA9C11F-1F1D-428E-801A-47EAA766C99D}">
      <dgm:prSet/>
      <dgm:spPr/>
      <dgm:t>
        <a:bodyPr/>
        <a:lstStyle/>
        <a:p>
          <a:endParaRPr lang="en-US"/>
        </a:p>
      </dgm:t>
    </dgm:pt>
    <dgm:pt modelId="{478B7D3C-9FB4-4BC6-90AC-49960560DECD}" type="sibTrans" cxnId="{2AA9C11F-1F1D-428E-801A-47EAA766C99D}">
      <dgm:prSet/>
      <dgm:spPr/>
      <dgm:t>
        <a:bodyPr/>
        <a:lstStyle/>
        <a:p>
          <a:endParaRPr lang="en-US"/>
        </a:p>
      </dgm:t>
    </dgm:pt>
    <dgm:pt modelId="{F66099B6-DBBD-4AB0-82D2-877B80F846F7}">
      <dgm:prSet phldrT="[Text]" custT="1"/>
      <dgm:spPr/>
      <dgm:t>
        <a:bodyPr/>
        <a:lstStyle/>
        <a:p>
          <a:r>
            <a:rPr lang="en-US" sz="2100" dirty="0" smtClean="0"/>
            <a:t>Capture Facial </a:t>
          </a:r>
          <a:endParaRPr lang="en-US" sz="2100" dirty="0"/>
        </a:p>
      </dgm:t>
    </dgm:pt>
    <dgm:pt modelId="{B09C8BFB-F41C-4AC4-AB94-F216E3081C2D}" type="parTrans" cxnId="{B4F3EA32-CE64-4A92-9BAE-BC57E5392B05}">
      <dgm:prSet/>
      <dgm:spPr/>
      <dgm:t>
        <a:bodyPr/>
        <a:lstStyle/>
        <a:p>
          <a:endParaRPr lang="en-US"/>
        </a:p>
      </dgm:t>
    </dgm:pt>
    <dgm:pt modelId="{BC531B32-9B0E-482E-BF91-65C61F17168D}" type="sibTrans" cxnId="{B4F3EA32-CE64-4A92-9BAE-BC57E5392B05}">
      <dgm:prSet/>
      <dgm:spPr/>
      <dgm:t>
        <a:bodyPr/>
        <a:lstStyle/>
        <a:p>
          <a:endParaRPr lang="en-US"/>
        </a:p>
      </dgm:t>
    </dgm:pt>
    <dgm:pt modelId="{EE62A4F6-4AC4-435B-990E-81A71CE8CAC7}">
      <dgm:prSet phldrT="[Text]" custT="1"/>
      <dgm:spPr/>
      <dgm:t>
        <a:bodyPr/>
        <a:lstStyle/>
        <a:p>
          <a:r>
            <a:rPr lang="en-US" sz="2100" dirty="0" smtClean="0"/>
            <a:t>Self Declaration</a:t>
          </a:r>
          <a:endParaRPr lang="en-US" sz="2100" dirty="0"/>
        </a:p>
      </dgm:t>
    </dgm:pt>
    <dgm:pt modelId="{F287B947-7343-4FA2-B288-B23A59FFAE31}" type="parTrans" cxnId="{3A2CECA6-0C5B-46BB-B7C6-7D37E9D210BD}">
      <dgm:prSet/>
      <dgm:spPr/>
      <dgm:t>
        <a:bodyPr/>
        <a:lstStyle/>
        <a:p>
          <a:endParaRPr lang="en-US"/>
        </a:p>
      </dgm:t>
    </dgm:pt>
    <dgm:pt modelId="{389F9A93-0231-4877-8C41-5D5B8DD7AAC0}" type="sibTrans" cxnId="{3A2CECA6-0C5B-46BB-B7C6-7D37E9D210BD}">
      <dgm:prSet/>
      <dgm:spPr/>
      <dgm:t>
        <a:bodyPr/>
        <a:lstStyle/>
        <a:p>
          <a:endParaRPr lang="en-US"/>
        </a:p>
      </dgm:t>
    </dgm:pt>
    <dgm:pt modelId="{6CF284C3-4A70-4432-8F33-E75A802B3330}">
      <dgm:prSet custT="1"/>
      <dgm:spPr/>
      <dgm:t>
        <a:bodyPr/>
        <a:lstStyle/>
        <a:p>
          <a:r>
            <a:rPr lang="en-US" sz="2000" dirty="0" smtClean="0">
              <a:latin typeface="+mn-lt"/>
            </a:rPr>
            <a:t>Capture Photo</a:t>
          </a:r>
          <a:endParaRPr lang="en-US" sz="2000" dirty="0">
            <a:latin typeface="+mn-lt"/>
          </a:endParaRPr>
        </a:p>
      </dgm:t>
    </dgm:pt>
    <dgm:pt modelId="{044831E6-2FC9-4DDA-81FB-5FA418568D07}" type="parTrans" cxnId="{2DC24386-BC50-4BAB-8571-16CB10C2603C}">
      <dgm:prSet/>
      <dgm:spPr/>
      <dgm:t>
        <a:bodyPr/>
        <a:lstStyle/>
        <a:p>
          <a:endParaRPr lang="en-US"/>
        </a:p>
      </dgm:t>
    </dgm:pt>
    <dgm:pt modelId="{CD50B82D-84BB-4747-B282-ABB339EBA294}" type="sibTrans" cxnId="{2DC24386-BC50-4BAB-8571-16CB10C2603C}">
      <dgm:prSet/>
      <dgm:spPr/>
      <dgm:t>
        <a:bodyPr/>
        <a:lstStyle/>
        <a:p>
          <a:endParaRPr lang="en-US"/>
        </a:p>
      </dgm:t>
    </dgm:pt>
    <dgm:pt modelId="{3AF880A5-0F00-4315-A5DF-1FE656798601}">
      <dgm:prSet phldrT="[Text]" custT="1"/>
      <dgm:spPr/>
      <dgm:t>
        <a:bodyPr/>
        <a:lstStyle/>
        <a:p>
          <a:r>
            <a:rPr lang="en-US" sz="2000" dirty="0" smtClean="0">
              <a:latin typeface="+mn-lt"/>
            </a:rPr>
            <a:t>Date of Birth</a:t>
          </a:r>
          <a:endParaRPr lang="en-US" sz="2000" dirty="0">
            <a:latin typeface="+mn-lt"/>
          </a:endParaRPr>
        </a:p>
      </dgm:t>
    </dgm:pt>
    <dgm:pt modelId="{A13BB1F9-5857-4B43-8BF5-6589AA2CB759}" type="parTrans" cxnId="{24F8CBE2-5003-4E69-A772-6B98F2B05181}">
      <dgm:prSet/>
      <dgm:spPr/>
      <dgm:t>
        <a:bodyPr/>
        <a:lstStyle/>
        <a:p>
          <a:endParaRPr lang="en-US"/>
        </a:p>
      </dgm:t>
    </dgm:pt>
    <dgm:pt modelId="{C198C41D-2640-4669-83ED-E0CD35701C8E}" type="sibTrans" cxnId="{24F8CBE2-5003-4E69-A772-6B98F2B05181}">
      <dgm:prSet/>
      <dgm:spPr/>
      <dgm:t>
        <a:bodyPr/>
        <a:lstStyle/>
        <a:p>
          <a:endParaRPr lang="en-US"/>
        </a:p>
      </dgm:t>
    </dgm:pt>
    <dgm:pt modelId="{8EA7219F-BDB2-48EB-9EEB-3133522D132E}">
      <dgm:prSet phldrT="[Text]" custT="1"/>
      <dgm:spPr/>
      <dgm:t>
        <a:bodyPr/>
        <a:lstStyle/>
        <a:p>
          <a:r>
            <a:rPr lang="en-US" sz="2000" dirty="0" smtClean="0">
              <a:latin typeface="+mn-lt"/>
            </a:rPr>
            <a:t>PPO No</a:t>
          </a:r>
          <a:endParaRPr lang="en-US" sz="2000" dirty="0">
            <a:latin typeface="+mn-lt"/>
          </a:endParaRPr>
        </a:p>
      </dgm:t>
    </dgm:pt>
    <dgm:pt modelId="{3EE8403A-CB7C-4815-85BD-AEBCAEB71B37}" type="parTrans" cxnId="{58AD7EEF-D408-406B-87EE-4691D4C30668}">
      <dgm:prSet/>
      <dgm:spPr/>
      <dgm:t>
        <a:bodyPr/>
        <a:lstStyle/>
        <a:p>
          <a:endParaRPr lang="en-US"/>
        </a:p>
      </dgm:t>
    </dgm:pt>
    <dgm:pt modelId="{C94B7947-85DC-4B21-BB99-DF8438356F98}" type="sibTrans" cxnId="{58AD7EEF-D408-406B-87EE-4691D4C30668}">
      <dgm:prSet/>
      <dgm:spPr/>
      <dgm:t>
        <a:bodyPr/>
        <a:lstStyle/>
        <a:p>
          <a:endParaRPr lang="en-US"/>
        </a:p>
      </dgm:t>
    </dgm:pt>
    <dgm:pt modelId="{3CE06941-9820-4827-8B16-CD80CC49F780}">
      <dgm:prSet phldrT="[Text]" custT="1"/>
      <dgm:spPr/>
      <dgm:t>
        <a:bodyPr/>
        <a:lstStyle/>
        <a:p>
          <a:r>
            <a:rPr lang="en-US" sz="2000" dirty="0" smtClean="0">
              <a:latin typeface="+mn-lt"/>
            </a:rPr>
            <a:t>Non Marriage</a:t>
          </a:r>
          <a:endParaRPr lang="en-US" sz="2000" dirty="0">
            <a:latin typeface="+mn-lt"/>
          </a:endParaRPr>
        </a:p>
      </dgm:t>
    </dgm:pt>
    <dgm:pt modelId="{141A3C92-8966-4E2F-82E4-2E09E22674B2}" type="parTrans" cxnId="{C99CE395-39F6-46B4-938C-9BF085685D1A}">
      <dgm:prSet/>
      <dgm:spPr/>
      <dgm:t>
        <a:bodyPr/>
        <a:lstStyle/>
        <a:p>
          <a:endParaRPr lang="en-US"/>
        </a:p>
      </dgm:t>
    </dgm:pt>
    <dgm:pt modelId="{F58FC55B-E61F-445C-956E-0BB2202254CA}" type="sibTrans" cxnId="{C99CE395-39F6-46B4-938C-9BF085685D1A}">
      <dgm:prSet/>
      <dgm:spPr/>
      <dgm:t>
        <a:bodyPr/>
        <a:lstStyle/>
        <a:p>
          <a:endParaRPr lang="en-US"/>
        </a:p>
      </dgm:t>
    </dgm:pt>
    <dgm:pt modelId="{386C2B6D-2EE1-4682-AE61-EE246CD54E31}">
      <dgm:prSet phldrT="[Text]" custT="1"/>
      <dgm:spPr/>
      <dgm:t>
        <a:bodyPr/>
        <a:lstStyle/>
        <a:p>
          <a:r>
            <a:rPr lang="en-US" sz="2000" dirty="0" smtClean="0">
              <a:latin typeface="+mn-lt"/>
            </a:rPr>
            <a:t>Non Employment</a:t>
          </a:r>
          <a:endParaRPr lang="en-US" sz="2000" dirty="0">
            <a:latin typeface="+mn-lt"/>
          </a:endParaRPr>
        </a:p>
      </dgm:t>
    </dgm:pt>
    <dgm:pt modelId="{649D72FB-0D8F-479C-87D1-C73133EF35E2}" type="parTrans" cxnId="{7F96AC57-2F84-4E8C-AA92-E82865EE63FE}">
      <dgm:prSet/>
      <dgm:spPr/>
      <dgm:t>
        <a:bodyPr/>
        <a:lstStyle/>
        <a:p>
          <a:endParaRPr lang="en-US"/>
        </a:p>
      </dgm:t>
    </dgm:pt>
    <dgm:pt modelId="{E1C9E6F1-2ED2-4DD8-9B78-28FC1AF5D352}" type="sibTrans" cxnId="{7F96AC57-2F84-4E8C-AA92-E82865EE63FE}">
      <dgm:prSet/>
      <dgm:spPr/>
      <dgm:t>
        <a:bodyPr/>
        <a:lstStyle/>
        <a:p>
          <a:endParaRPr lang="en-US"/>
        </a:p>
      </dgm:t>
    </dgm:pt>
    <dgm:pt modelId="{2A22E84C-3AA3-4E9C-AE5F-9C2FB0D7FB11}">
      <dgm:prSet phldrT="[Text]" custT="1"/>
      <dgm:spPr/>
      <dgm:t>
        <a:bodyPr/>
        <a:lstStyle/>
        <a:p>
          <a:r>
            <a:rPr lang="en-US" sz="2100" dirty="0" smtClean="0"/>
            <a:t>Approval</a:t>
          </a:r>
          <a:endParaRPr lang="en-US" sz="2100" dirty="0"/>
        </a:p>
      </dgm:t>
    </dgm:pt>
    <dgm:pt modelId="{6C025E55-DF42-4C5D-AFD5-6015FA053D46}" type="parTrans" cxnId="{BEB859E7-C343-408E-86A1-667C27EE5761}">
      <dgm:prSet/>
      <dgm:spPr/>
      <dgm:t>
        <a:bodyPr/>
        <a:lstStyle/>
        <a:p>
          <a:endParaRPr lang="en-US"/>
        </a:p>
      </dgm:t>
    </dgm:pt>
    <dgm:pt modelId="{744EA591-F199-49C2-B63A-82709D96C729}" type="sibTrans" cxnId="{BEB859E7-C343-408E-86A1-667C27EE5761}">
      <dgm:prSet/>
      <dgm:spPr/>
      <dgm:t>
        <a:bodyPr/>
        <a:lstStyle/>
        <a:p>
          <a:endParaRPr lang="en-US"/>
        </a:p>
      </dgm:t>
    </dgm:pt>
    <dgm:pt modelId="{9ADACFBF-2A78-45C9-A7C4-5E5DBC674760}">
      <dgm:prSet phldrT="[Text]" custT="1"/>
      <dgm:spPr/>
      <dgm:t>
        <a:bodyPr/>
        <a:lstStyle/>
        <a:p>
          <a:r>
            <a:rPr lang="en-US" sz="2000" dirty="0" smtClean="0">
              <a:latin typeface="+mn-lt"/>
            </a:rPr>
            <a:t>Treasury Officers Approval / Reject</a:t>
          </a:r>
          <a:endParaRPr lang="en-US" sz="2000" dirty="0">
            <a:latin typeface="+mn-lt"/>
          </a:endParaRPr>
        </a:p>
      </dgm:t>
    </dgm:pt>
    <dgm:pt modelId="{E121796C-71AB-4354-A1D4-3BF0025298A5}" type="parTrans" cxnId="{2B98897D-9937-49AC-9FE9-6629E912033A}">
      <dgm:prSet/>
      <dgm:spPr/>
      <dgm:t>
        <a:bodyPr/>
        <a:lstStyle/>
        <a:p>
          <a:endParaRPr lang="en-US"/>
        </a:p>
      </dgm:t>
    </dgm:pt>
    <dgm:pt modelId="{F3FE7E5A-DC73-423B-998C-02943CF263BF}" type="sibTrans" cxnId="{2B98897D-9937-49AC-9FE9-6629E912033A}">
      <dgm:prSet/>
      <dgm:spPr/>
      <dgm:t>
        <a:bodyPr/>
        <a:lstStyle/>
        <a:p>
          <a:endParaRPr lang="en-US"/>
        </a:p>
      </dgm:t>
    </dgm:pt>
    <dgm:pt modelId="{36045517-CEA4-4BE3-B836-C2B6BFE5649B}">
      <dgm:prSet phldrT="[Text]"/>
      <dgm:spPr/>
      <dgm:t>
        <a:bodyPr/>
        <a:lstStyle/>
        <a:p>
          <a:r>
            <a:rPr lang="en-US" dirty="0" smtClean="0"/>
            <a:t>Complete</a:t>
          </a:r>
          <a:endParaRPr lang="en-US" dirty="0"/>
        </a:p>
      </dgm:t>
    </dgm:pt>
    <dgm:pt modelId="{6231A36F-9B04-4B4A-917A-7E163AFFC956}" type="parTrans" cxnId="{4019353B-443B-4DED-AA6C-3C60E18414C7}">
      <dgm:prSet/>
      <dgm:spPr/>
      <dgm:t>
        <a:bodyPr/>
        <a:lstStyle/>
        <a:p>
          <a:endParaRPr lang="en-US"/>
        </a:p>
      </dgm:t>
    </dgm:pt>
    <dgm:pt modelId="{BFF3C5ED-87D0-4709-A3B8-A7BF0668006A}" type="sibTrans" cxnId="{4019353B-443B-4DED-AA6C-3C60E18414C7}">
      <dgm:prSet/>
      <dgm:spPr/>
      <dgm:t>
        <a:bodyPr/>
        <a:lstStyle/>
        <a:p>
          <a:endParaRPr lang="en-US"/>
        </a:p>
      </dgm:t>
    </dgm:pt>
    <dgm:pt modelId="{110CC072-E78D-486A-BD24-8CD6CE5683E0}">
      <dgm:prSet phldrT="[Text]" custT="1"/>
      <dgm:spPr/>
      <dgm:t>
        <a:bodyPr/>
        <a:lstStyle/>
        <a:p>
          <a:r>
            <a:rPr lang="en-US" sz="2000" dirty="0" smtClean="0">
              <a:latin typeface="+mn-lt"/>
            </a:rPr>
            <a:t>Check Status</a:t>
          </a:r>
          <a:endParaRPr lang="en-US" sz="2000" dirty="0">
            <a:latin typeface="+mn-lt"/>
          </a:endParaRPr>
        </a:p>
      </dgm:t>
    </dgm:pt>
    <dgm:pt modelId="{EFE20FCA-41FE-42D4-8C71-85751017ADFF}" type="parTrans" cxnId="{5670A7D8-BA42-4857-8679-D269077AD7D7}">
      <dgm:prSet/>
      <dgm:spPr/>
      <dgm:t>
        <a:bodyPr/>
        <a:lstStyle/>
        <a:p>
          <a:endParaRPr lang="en-US"/>
        </a:p>
      </dgm:t>
    </dgm:pt>
    <dgm:pt modelId="{C901204A-BC8E-4B62-854A-DFB2104323F5}" type="sibTrans" cxnId="{5670A7D8-BA42-4857-8679-D269077AD7D7}">
      <dgm:prSet/>
      <dgm:spPr/>
      <dgm:t>
        <a:bodyPr/>
        <a:lstStyle/>
        <a:p>
          <a:endParaRPr lang="en-US"/>
        </a:p>
      </dgm:t>
    </dgm:pt>
    <dgm:pt modelId="{55BBAF7E-50FF-4F56-9CD8-92B46B73D1AE}">
      <dgm:prSet phldrT="[Text]" custT="1"/>
      <dgm:spPr/>
      <dgm:t>
        <a:bodyPr/>
        <a:lstStyle/>
        <a:p>
          <a:r>
            <a:rPr lang="en-US" sz="2000" dirty="0" smtClean="0">
              <a:latin typeface="+mn-lt"/>
            </a:rPr>
            <a:t>Bank A/c No</a:t>
          </a:r>
          <a:endParaRPr lang="en-US" sz="2000" dirty="0">
            <a:latin typeface="+mn-lt"/>
          </a:endParaRPr>
        </a:p>
      </dgm:t>
    </dgm:pt>
    <dgm:pt modelId="{3EB1C095-CE78-4611-B969-A10038E4AC02}" type="parTrans" cxnId="{B487BAA6-E360-4497-BD91-505FF20076C7}">
      <dgm:prSet/>
      <dgm:spPr/>
      <dgm:t>
        <a:bodyPr/>
        <a:lstStyle/>
        <a:p>
          <a:endParaRPr lang="en-IN"/>
        </a:p>
      </dgm:t>
    </dgm:pt>
    <dgm:pt modelId="{2C448EC7-C8C5-47D4-80C6-63393BA09F7F}" type="sibTrans" cxnId="{B487BAA6-E360-4497-BD91-505FF20076C7}">
      <dgm:prSet/>
      <dgm:spPr/>
      <dgm:t>
        <a:bodyPr/>
        <a:lstStyle/>
        <a:p>
          <a:endParaRPr lang="en-IN"/>
        </a:p>
      </dgm:t>
    </dgm:pt>
    <dgm:pt modelId="{2B721AD7-0182-4A74-B75D-E0FB3E52D56E}">
      <dgm:prSet phldrT="[Text]" custT="1"/>
      <dgm:spPr/>
      <dgm:t>
        <a:bodyPr/>
        <a:lstStyle/>
        <a:p>
          <a:r>
            <a:rPr lang="en-US" sz="2000" dirty="0" smtClean="0">
              <a:latin typeface="+mn-lt"/>
            </a:rPr>
            <a:t>Set Password</a:t>
          </a:r>
          <a:endParaRPr lang="en-US" sz="2000" dirty="0">
            <a:latin typeface="+mn-lt"/>
          </a:endParaRPr>
        </a:p>
      </dgm:t>
    </dgm:pt>
    <dgm:pt modelId="{6EAD9FF9-7929-432C-96D1-169CD2D2399A}" type="parTrans" cxnId="{D11DBB24-E138-438F-B09E-0AA7EAAD0DC0}">
      <dgm:prSet/>
      <dgm:spPr/>
      <dgm:t>
        <a:bodyPr/>
        <a:lstStyle/>
        <a:p>
          <a:endParaRPr lang="en-IN"/>
        </a:p>
      </dgm:t>
    </dgm:pt>
    <dgm:pt modelId="{56A9352F-41F2-447A-81C7-EF157B204197}" type="sibTrans" cxnId="{D11DBB24-E138-438F-B09E-0AA7EAAD0DC0}">
      <dgm:prSet/>
      <dgm:spPr/>
      <dgm:t>
        <a:bodyPr/>
        <a:lstStyle/>
        <a:p>
          <a:endParaRPr lang="en-IN"/>
        </a:p>
      </dgm:t>
    </dgm:pt>
    <dgm:pt modelId="{43FA57F8-6A92-4E0E-A439-431B3ACDA4FE}">
      <dgm:prSet phldrT="[Text]" custT="1"/>
      <dgm:spPr/>
      <dgm:t>
        <a:bodyPr/>
        <a:lstStyle/>
        <a:p>
          <a:endParaRPr lang="en-US" sz="2000" dirty="0">
            <a:latin typeface="+mn-lt"/>
          </a:endParaRPr>
        </a:p>
      </dgm:t>
    </dgm:pt>
    <dgm:pt modelId="{1BA57BA2-FA31-4AA7-9299-465D350D7365}" type="parTrans" cxnId="{FF913AF6-4BE9-409A-A05E-E515DA7D7212}">
      <dgm:prSet/>
      <dgm:spPr/>
      <dgm:t>
        <a:bodyPr/>
        <a:lstStyle/>
        <a:p>
          <a:endParaRPr lang="en-IN"/>
        </a:p>
      </dgm:t>
    </dgm:pt>
    <dgm:pt modelId="{3CBAEC1D-EB8B-4714-A12E-F3C4BD515330}" type="sibTrans" cxnId="{FF913AF6-4BE9-409A-A05E-E515DA7D7212}">
      <dgm:prSet/>
      <dgm:spPr/>
      <dgm:t>
        <a:bodyPr/>
        <a:lstStyle/>
        <a:p>
          <a:endParaRPr lang="en-IN"/>
        </a:p>
      </dgm:t>
    </dgm:pt>
    <dgm:pt modelId="{BE788BF5-FE9F-4C7D-A1CD-9232D7860179}">
      <dgm:prSet phldrT="[Text]" custT="1"/>
      <dgm:spPr/>
      <dgm:t>
        <a:bodyPr/>
        <a:lstStyle/>
        <a:p>
          <a:r>
            <a:rPr lang="en-US" sz="2000" dirty="0" err="1" smtClean="0">
              <a:latin typeface="+mn-lt"/>
            </a:rPr>
            <a:t>Liveness</a:t>
          </a:r>
          <a:r>
            <a:rPr lang="en-US" sz="2000" dirty="0" smtClean="0">
              <a:latin typeface="+mn-lt"/>
            </a:rPr>
            <a:t>  detection using AI</a:t>
          </a:r>
          <a:endParaRPr lang="en-US" sz="2000" dirty="0">
            <a:latin typeface="+mn-lt"/>
          </a:endParaRPr>
        </a:p>
      </dgm:t>
    </dgm:pt>
    <dgm:pt modelId="{88191C5E-55BA-42F2-B842-FC86CBBADC0F}" type="sibTrans" cxnId="{35013F34-57BC-4E3C-A003-07C0E49926DB}">
      <dgm:prSet/>
      <dgm:spPr/>
      <dgm:t>
        <a:bodyPr/>
        <a:lstStyle/>
        <a:p>
          <a:endParaRPr lang="en-US"/>
        </a:p>
      </dgm:t>
    </dgm:pt>
    <dgm:pt modelId="{963A52CB-C772-45F2-8A30-8ABA6B14D3CE}" type="parTrans" cxnId="{35013F34-57BC-4E3C-A003-07C0E49926DB}">
      <dgm:prSet/>
      <dgm:spPr/>
      <dgm:t>
        <a:bodyPr/>
        <a:lstStyle/>
        <a:p>
          <a:endParaRPr lang="en-US"/>
        </a:p>
      </dgm:t>
    </dgm:pt>
    <dgm:pt modelId="{EF7F33B3-A726-405F-8673-72BC72ADB65F}">
      <dgm:prSet phldrT="[Text]" custT="1"/>
      <dgm:spPr/>
      <dgm:t>
        <a:bodyPr/>
        <a:lstStyle/>
        <a:p>
          <a:endParaRPr lang="en-US" sz="2000" dirty="0">
            <a:latin typeface="+mn-lt"/>
          </a:endParaRPr>
        </a:p>
      </dgm:t>
    </dgm:pt>
    <dgm:pt modelId="{B40CFE5D-57FD-4963-A27B-B2BEE816AB15}" type="parTrans" cxnId="{C0261E4F-4FCE-4B70-9A17-A6B755E1D154}">
      <dgm:prSet/>
      <dgm:spPr/>
      <dgm:t>
        <a:bodyPr/>
        <a:lstStyle/>
        <a:p>
          <a:endParaRPr lang="en-IN"/>
        </a:p>
      </dgm:t>
    </dgm:pt>
    <dgm:pt modelId="{ECA65B4C-7BB6-4800-B3D1-DFA9BAD5397C}" type="sibTrans" cxnId="{C0261E4F-4FCE-4B70-9A17-A6B755E1D154}">
      <dgm:prSet/>
      <dgm:spPr/>
      <dgm:t>
        <a:bodyPr/>
        <a:lstStyle/>
        <a:p>
          <a:endParaRPr lang="en-IN"/>
        </a:p>
      </dgm:t>
    </dgm:pt>
    <dgm:pt modelId="{C2288B7B-D29B-427A-BC5B-99B49EFB5E23}">
      <dgm:prSet phldrT="[Text]" custT="1"/>
      <dgm:spPr/>
      <dgm:t>
        <a:bodyPr/>
        <a:lstStyle/>
        <a:p>
          <a:r>
            <a:rPr lang="en-US" sz="2000" dirty="0" smtClean="0">
              <a:latin typeface="+mn-lt"/>
            </a:rPr>
            <a:t>Blinking on Client Side and CNN Based detection</a:t>
          </a:r>
          <a:endParaRPr lang="en-US" sz="2000" dirty="0">
            <a:latin typeface="+mn-lt"/>
          </a:endParaRPr>
        </a:p>
      </dgm:t>
    </dgm:pt>
    <dgm:pt modelId="{6260E7ED-B942-47BF-8DB2-2F3CC4F68D2E}" type="parTrans" cxnId="{70A4FC99-6A30-483E-AADD-212286DD851E}">
      <dgm:prSet/>
      <dgm:spPr/>
      <dgm:t>
        <a:bodyPr/>
        <a:lstStyle/>
        <a:p>
          <a:endParaRPr lang="en-IN"/>
        </a:p>
      </dgm:t>
    </dgm:pt>
    <dgm:pt modelId="{02CEE9DE-B866-4E89-AF15-B31595D74BA5}" type="sibTrans" cxnId="{70A4FC99-6A30-483E-AADD-212286DD851E}">
      <dgm:prSet/>
      <dgm:spPr/>
      <dgm:t>
        <a:bodyPr/>
        <a:lstStyle/>
        <a:p>
          <a:endParaRPr lang="en-IN"/>
        </a:p>
      </dgm:t>
    </dgm:pt>
    <dgm:pt modelId="{6C39594C-4AE1-4221-9751-E4FBA9469435}">
      <dgm:prSet phldrT="[Text]"/>
      <dgm:spPr/>
      <dgm:t>
        <a:bodyPr/>
        <a:lstStyle/>
        <a:p>
          <a:endParaRPr lang="en-US" sz="1700" dirty="0"/>
        </a:p>
      </dgm:t>
    </dgm:pt>
    <dgm:pt modelId="{F04E3063-747B-4761-B46E-8C06B2EF3C55}" type="sibTrans" cxnId="{7AF91B96-DA69-42D6-83DE-0E63677A4C47}">
      <dgm:prSet/>
      <dgm:spPr/>
      <dgm:t>
        <a:bodyPr/>
        <a:lstStyle/>
        <a:p>
          <a:endParaRPr lang="en-US"/>
        </a:p>
      </dgm:t>
    </dgm:pt>
    <dgm:pt modelId="{EA90E5E0-265B-4677-A3EF-FCD0DFDF4F41}" type="parTrans" cxnId="{7AF91B96-DA69-42D6-83DE-0E63677A4C47}">
      <dgm:prSet/>
      <dgm:spPr/>
      <dgm:t>
        <a:bodyPr/>
        <a:lstStyle/>
        <a:p>
          <a:endParaRPr lang="en-US"/>
        </a:p>
      </dgm:t>
    </dgm:pt>
    <dgm:pt modelId="{F64D9B44-8949-42CE-A3F5-920CF85E6D38}">
      <dgm:prSet phldrT="[Text]" custT="1"/>
      <dgm:spPr/>
      <dgm:t>
        <a:bodyPr/>
        <a:lstStyle/>
        <a:p>
          <a:r>
            <a:rPr lang="en-US" sz="2000" dirty="0" smtClean="0">
              <a:latin typeface="+mn-lt"/>
            </a:rPr>
            <a:t>DLC at the convenience of the Pensioner</a:t>
          </a:r>
          <a:r>
            <a:rPr lang="en-US" sz="1700" dirty="0" smtClean="0"/>
            <a:t>.</a:t>
          </a:r>
          <a:endParaRPr lang="en-US" sz="1700" dirty="0"/>
        </a:p>
      </dgm:t>
    </dgm:pt>
    <dgm:pt modelId="{ECDC803C-5DBD-4EEE-A68A-AC8585F1A4EB}" type="sibTrans" cxnId="{F091E13E-CC91-4760-8919-F8E7FA115B30}">
      <dgm:prSet/>
      <dgm:spPr/>
      <dgm:t>
        <a:bodyPr/>
        <a:lstStyle/>
        <a:p>
          <a:endParaRPr lang="en-US"/>
        </a:p>
      </dgm:t>
    </dgm:pt>
    <dgm:pt modelId="{81AB81A4-D793-40B9-964C-9DA3AF17B95D}" type="parTrans" cxnId="{F091E13E-CC91-4760-8919-F8E7FA115B30}">
      <dgm:prSet/>
      <dgm:spPr/>
      <dgm:t>
        <a:bodyPr/>
        <a:lstStyle/>
        <a:p>
          <a:endParaRPr lang="en-US"/>
        </a:p>
      </dgm:t>
    </dgm:pt>
    <dgm:pt modelId="{8E717362-E710-4B36-9874-D4330629E822}" type="pres">
      <dgm:prSet presAssocID="{B9C32B05-62EA-407A-B21C-2310C7945705}" presName="Name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en-IN"/>
        </a:p>
      </dgm:t>
    </dgm:pt>
    <dgm:pt modelId="{7283905F-D1ED-4DE3-AB12-3C530C417C5B}" type="pres">
      <dgm:prSet presAssocID="{42D71409-67F9-455C-8C6D-716D284AAA6B}" presName="chaos" presStyleCnt="0"/>
      <dgm:spPr/>
    </dgm:pt>
    <dgm:pt modelId="{F3D63AEF-0F15-48F0-911A-825B2A481130}" type="pres">
      <dgm:prSet presAssocID="{42D71409-67F9-455C-8C6D-716D284AAA6B}" presName="parTx1" presStyleLbl="revTx" presStyleIdx="0" presStyleCnt="9"/>
      <dgm:spPr/>
      <dgm:t>
        <a:bodyPr/>
        <a:lstStyle/>
        <a:p>
          <a:endParaRPr lang="en-IN"/>
        </a:p>
      </dgm:t>
    </dgm:pt>
    <dgm:pt modelId="{ED26FAC4-F460-404E-AAED-61D21B84D101}" type="pres">
      <dgm:prSet presAssocID="{42D71409-67F9-455C-8C6D-716D284AAA6B}" presName="desTx1" presStyleLbl="revTx" presStyleIdx="1" presStyleCnt="9" custScaleX="107630" custScaleY="115319" custLinFactNeighborY="3706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EE2CFDAD-5D63-4137-8687-BE2B42A87438}" type="pres">
      <dgm:prSet presAssocID="{42D71409-67F9-455C-8C6D-716D284AAA6B}" presName="c1" presStyleLbl="node1" presStyleIdx="0" presStyleCnt="19"/>
      <dgm:spPr/>
    </dgm:pt>
    <dgm:pt modelId="{0FAB50C9-FF75-40E8-A843-A38612BC2B35}" type="pres">
      <dgm:prSet presAssocID="{42D71409-67F9-455C-8C6D-716D284AAA6B}" presName="c2" presStyleLbl="node1" presStyleIdx="1" presStyleCnt="19"/>
      <dgm:spPr/>
    </dgm:pt>
    <dgm:pt modelId="{EAA3FD1A-961D-4FC9-BE4E-1FE6AB4C863F}" type="pres">
      <dgm:prSet presAssocID="{42D71409-67F9-455C-8C6D-716D284AAA6B}" presName="c3" presStyleLbl="node1" presStyleIdx="2" presStyleCnt="19"/>
      <dgm:spPr/>
    </dgm:pt>
    <dgm:pt modelId="{65E6FED6-6F3F-43A8-8659-2B164AF78C20}" type="pres">
      <dgm:prSet presAssocID="{42D71409-67F9-455C-8C6D-716D284AAA6B}" presName="c4" presStyleLbl="node1" presStyleIdx="3" presStyleCnt="19"/>
      <dgm:spPr/>
    </dgm:pt>
    <dgm:pt modelId="{9CCC63D8-666E-44F4-87FA-C01B8C88A464}" type="pres">
      <dgm:prSet presAssocID="{42D71409-67F9-455C-8C6D-716D284AAA6B}" presName="c5" presStyleLbl="node1" presStyleIdx="4" presStyleCnt="19"/>
      <dgm:spPr/>
    </dgm:pt>
    <dgm:pt modelId="{0CB07414-EF33-466B-BD54-7EC1E5A43FE8}" type="pres">
      <dgm:prSet presAssocID="{42D71409-67F9-455C-8C6D-716D284AAA6B}" presName="c6" presStyleLbl="node1" presStyleIdx="5" presStyleCnt="19"/>
      <dgm:spPr/>
    </dgm:pt>
    <dgm:pt modelId="{AE26E5E9-7BC3-4B5F-A327-D7E24D4FDD31}" type="pres">
      <dgm:prSet presAssocID="{42D71409-67F9-455C-8C6D-716D284AAA6B}" presName="c7" presStyleLbl="node1" presStyleIdx="6" presStyleCnt="19"/>
      <dgm:spPr/>
    </dgm:pt>
    <dgm:pt modelId="{A194CC48-292C-4B04-8C93-C9249B1D3820}" type="pres">
      <dgm:prSet presAssocID="{42D71409-67F9-455C-8C6D-716D284AAA6B}" presName="c8" presStyleLbl="node1" presStyleIdx="7" presStyleCnt="19"/>
      <dgm:spPr/>
    </dgm:pt>
    <dgm:pt modelId="{B485A53D-9FDB-49FC-AA85-AC99E0114F5E}" type="pres">
      <dgm:prSet presAssocID="{42D71409-67F9-455C-8C6D-716D284AAA6B}" presName="c9" presStyleLbl="node1" presStyleIdx="8" presStyleCnt="19"/>
      <dgm:spPr/>
    </dgm:pt>
    <dgm:pt modelId="{40675018-B333-4BB3-A19A-0AEB00302155}" type="pres">
      <dgm:prSet presAssocID="{42D71409-67F9-455C-8C6D-716D284AAA6B}" presName="c10" presStyleLbl="node1" presStyleIdx="9" presStyleCnt="19"/>
      <dgm:spPr/>
    </dgm:pt>
    <dgm:pt modelId="{36111FC6-7F5D-45EF-A55A-5F82309CFD98}" type="pres">
      <dgm:prSet presAssocID="{42D71409-67F9-455C-8C6D-716D284AAA6B}" presName="c11" presStyleLbl="node1" presStyleIdx="10" presStyleCnt="19"/>
      <dgm:spPr/>
    </dgm:pt>
    <dgm:pt modelId="{A4DB5ECB-A129-4E16-92A3-2623F7945AF8}" type="pres">
      <dgm:prSet presAssocID="{42D71409-67F9-455C-8C6D-716D284AAA6B}" presName="c12" presStyleLbl="node1" presStyleIdx="11" presStyleCnt="19"/>
      <dgm:spPr/>
    </dgm:pt>
    <dgm:pt modelId="{4253E19C-E363-4091-B635-83B5ABA89BA9}" type="pres">
      <dgm:prSet presAssocID="{42D71409-67F9-455C-8C6D-716D284AAA6B}" presName="c13" presStyleLbl="node1" presStyleIdx="12" presStyleCnt="19"/>
      <dgm:spPr/>
    </dgm:pt>
    <dgm:pt modelId="{7D1FAA53-6475-4A38-90D8-6B3B761F3D3F}" type="pres">
      <dgm:prSet presAssocID="{42D71409-67F9-455C-8C6D-716D284AAA6B}" presName="c14" presStyleLbl="node1" presStyleIdx="13" presStyleCnt="19"/>
      <dgm:spPr/>
    </dgm:pt>
    <dgm:pt modelId="{CFC83675-54A3-4982-A1A3-5644DE2CA553}" type="pres">
      <dgm:prSet presAssocID="{42D71409-67F9-455C-8C6D-716D284AAA6B}" presName="c15" presStyleLbl="node1" presStyleIdx="14" presStyleCnt="19"/>
      <dgm:spPr/>
    </dgm:pt>
    <dgm:pt modelId="{1113EFEF-7A8A-422F-ABDA-C22B0951E6FA}" type="pres">
      <dgm:prSet presAssocID="{42D71409-67F9-455C-8C6D-716D284AAA6B}" presName="c16" presStyleLbl="node1" presStyleIdx="15" presStyleCnt="19"/>
      <dgm:spPr/>
    </dgm:pt>
    <dgm:pt modelId="{0C179EF7-C5B4-4DCE-B7B4-481C8C4B89E3}" type="pres">
      <dgm:prSet presAssocID="{42D71409-67F9-455C-8C6D-716D284AAA6B}" presName="c17" presStyleLbl="node1" presStyleIdx="16" presStyleCnt="19"/>
      <dgm:spPr/>
    </dgm:pt>
    <dgm:pt modelId="{FB7E3F92-3B7C-47CC-880B-5F4F5BD911F1}" type="pres">
      <dgm:prSet presAssocID="{42D71409-67F9-455C-8C6D-716D284AAA6B}" presName="c18" presStyleLbl="node1" presStyleIdx="17" presStyleCnt="19"/>
      <dgm:spPr/>
    </dgm:pt>
    <dgm:pt modelId="{C20548E4-39EF-4039-9810-D5ED5842EE16}" type="pres">
      <dgm:prSet presAssocID="{478B7D3C-9FB4-4BC6-90AC-49960560DECD}" presName="chevronComposite1" presStyleCnt="0"/>
      <dgm:spPr/>
    </dgm:pt>
    <dgm:pt modelId="{30D4179C-361A-48C2-9E3F-FA5E6351086B}" type="pres">
      <dgm:prSet presAssocID="{478B7D3C-9FB4-4BC6-90AC-49960560DECD}" presName="chevron1" presStyleLbl="sibTrans2D1" presStyleIdx="0" presStyleCnt="4"/>
      <dgm:spPr/>
      <dgm:t>
        <a:bodyPr/>
        <a:lstStyle/>
        <a:p>
          <a:endParaRPr lang="en-US"/>
        </a:p>
      </dgm:t>
    </dgm:pt>
    <dgm:pt modelId="{3E6E1553-E010-4A00-AC69-1286B95F2005}" type="pres">
      <dgm:prSet presAssocID="{478B7D3C-9FB4-4BC6-90AC-49960560DECD}" presName="spChevron1" presStyleCnt="0"/>
      <dgm:spPr/>
    </dgm:pt>
    <dgm:pt modelId="{9171DC86-F613-4090-AF85-875FD8F48D1F}" type="pres">
      <dgm:prSet presAssocID="{F66099B6-DBBD-4AB0-82D2-877B80F846F7}" presName="middle" presStyleCnt="0"/>
      <dgm:spPr/>
    </dgm:pt>
    <dgm:pt modelId="{573EDDB4-95FA-4E15-9ED4-9735D7CAD42D}" type="pres">
      <dgm:prSet presAssocID="{F66099B6-DBBD-4AB0-82D2-877B80F846F7}" presName="parTxMid" presStyleLbl="revTx" presStyleIdx="2" presStyleCnt="9"/>
      <dgm:spPr/>
      <dgm:t>
        <a:bodyPr/>
        <a:lstStyle/>
        <a:p>
          <a:endParaRPr lang="en-IN"/>
        </a:p>
      </dgm:t>
    </dgm:pt>
    <dgm:pt modelId="{91822E1E-8012-4ABA-8A2E-C4A53FB7E73D}" type="pres">
      <dgm:prSet presAssocID="{F66099B6-DBBD-4AB0-82D2-877B80F846F7}" presName="desTxMid" presStyleLbl="revTx" presStyleIdx="3" presStyleCnt="9" custScaleX="142569" custScaleY="132303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4BBE20FD-8986-434E-87D8-9558D07693B8}" type="pres">
      <dgm:prSet presAssocID="{F66099B6-DBBD-4AB0-82D2-877B80F846F7}" presName="spMid" presStyleCnt="0"/>
      <dgm:spPr/>
    </dgm:pt>
    <dgm:pt modelId="{53B2EF6E-EF3A-44C0-BAF3-BD02B179662D}" type="pres">
      <dgm:prSet presAssocID="{BC531B32-9B0E-482E-BF91-65C61F17168D}" presName="chevronComposite1" presStyleCnt="0"/>
      <dgm:spPr/>
    </dgm:pt>
    <dgm:pt modelId="{7F2A3A35-A73B-4A4A-A87C-754D8C7C69E9}" type="pres">
      <dgm:prSet presAssocID="{BC531B32-9B0E-482E-BF91-65C61F17168D}" presName="chevron1" presStyleLbl="sibTrans2D1" presStyleIdx="1" presStyleCnt="4"/>
      <dgm:spPr/>
      <dgm:t>
        <a:bodyPr/>
        <a:lstStyle/>
        <a:p>
          <a:endParaRPr lang="en-US"/>
        </a:p>
      </dgm:t>
    </dgm:pt>
    <dgm:pt modelId="{FAD10B4F-6896-4A03-844D-A6404755B843}" type="pres">
      <dgm:prSet presAssocID="{BC531B32-9B0E-482E-BF91-65C61F17168D}" presName="spChevron1" presStyleCnt="0"/>
      <dgm:spPr/>
    </dgm:pt>
    <dgm:pt modelId="{379D4D98-7B78-4BAB-B8FE-0A4068B90047}" type="pres">
      <dgm:prSet presAssocID="{EE62A4F6-4AC4-435B-990E-81A71CE8CAC7}" presName="middle" presStyleCnt="0"/>
      <dgm:spPr/>
    </dgm:pt>
    <dgm:pt modelId="{8EE7EF99-9E68-499F-B7A4-9901B35E9433}" type="pres">
      <dgm:prSet presAssocID="{EE62A4F6-4AC4-435B-990E-81A71CE8CAC7}" presName="parTxMid" presStyleLbl="revTx" presStyleIdx="4" presStyleCnt="9"/>
      <dgm:spPr/>
      <dgm:t>
        <a:bodyPr/>
        <a:lstStyle/>
        <a:p>
          <a:endParaRPr lang="en-IN"/>
        </a:p>
      </dgm:t>
    </dgm:pt>
    <dgm:pt modelId="{D31920E3-1575-46A2-9C08-1AEABAD3CD8D}" type="pres">
      <dgm:prSet presAssocID="{EE62A4F6-4AC4-435B-990E-81A71CE8CAC7}" presName="desTxMid" presStyleLbl="revTx" presStyleIdx="5" presStyleCnt="9" custScaleY="135961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343D8CA7-F36B-47FF-A513-0F729ED17EA7}" type="pres">
      <dgm:prSet presAssocID="{EE62A4F6-4AC4-435B-990E-81A71CE8CAC7}" presName="spMid" presStyleCnt="0"/>
      <dgm:spPr/>
    </dgm:pt>
    <dgm:pt modelId="{8D7AFCE9-5927-46C4-9CFE-AA841E051C58}" type="pres">
      <dgm:prSet presAssocID="{389F9A93-0231-4877-8C41-5D5B8DD7AAC0}" presName="chevronComposite1" presStyleCnt="0"/>
      <dgm:spPr/>
    </dgm:pt>
    <dgm:pt modelId="{54F8CDA4-9ABB-43F2-8E56-3C8CF35A9618}" type="pres">
      <dgm:prSet presAssocID="{389F9A93-0231-4877-8C41-5D5B8DD7AAC0}" presName="chevron1" presStyleLbl="sibTrans2D1" presStyleIdx="2" presStyleCnt="4"/>
      <dgm:spPr/>
      <dgm:t>
        <a:bodyPr/>
        <a:lstStyle/>
        <a:p>
          <a:endParaRPr lang="en-US"/>
        </a:p>
      </dgm:t>
    </dgm:pt>
    <dgm:pt modelId="{A302D562-B83D-422C-9D2D-71953EA04CE3}" type="pres">
      <dgm:prSet presAssocID="{389F9A93-0231-4877-8C41-5D5B8DD7AAC0}" presName="spChevron1" presStyleCnt="0"/>
      <dgm:spPr/>
    </dgm:pt>
    <dgm:pt modelId="{DED4DE26-FBF5-465A-B430-6EF13A1A1D16}" type="pres">
      <dgm:prSet presAssocID="{2A22E84C-3AA3-4E9C-AE5F-9C2FB0D7FB11}" presName="middle" presStyleCnt="0"/>
      <dgm:spPr/>
    </dgm:pt>
    <dgm:pt modelId="{712670C9-CA68-47E1-8F1C-72AA0C5FA129}" type="pres">
      <dgm:prSet presAssocID="{2A22E84C-3AA3-4E9C-AE5F-9C2FB0D7FB11}" presName="parTxMid" presStyleLbl="revTx" presStyleIdx="6" presStyleCnt="9"/>
      <dgm:spPr/>
      <dgm:t>
        <a:bodyPr/>
        <a:lstStyle/>
        <a:p>
          <a:endParaRPr lang="en-IN"/>
        </a:p>
      </dgm:t>
    </dgm:pt>
    <dgm:pt modelId="{8E19937D-573B-4A2C-A61C-F2582DF177F1}" type="pres">
      <dgm:prSet presAssocID="{2A22E84C-3AA3-4E9C-AE5F-9C2FB0D7FB11}" presName="desTxMid" presStyleLbl="revTx" presStyleIdx="7" presStyleCnt="9" custScaleY="153609" custLinFactNeighborY="15803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6DD7FEE4-D504-436F-9FCA-431DF0B7664D}" type="pres">
      <dgm:prSet presAssocID="{2A22E84C-3AA3-4E9C-AE5F-9C2FB0D7FB11}" presName="spMid" presStyleCnt="0"/>
      <dgm:spPr/>
    </dgm:pt>
    <dgm:pt modelId="{54C4F237-500E-4C7A-AC9F-A35B0820C725}" type="pres">
      <dgm:prSet presAssocID="{744EA591-F199-49C2-B63A-82709D96C729}" presName="chevronComposite1" presStyleCnt="0"/>
      <dgm:spPr/>
    </dgm:pt>
    <dgm:pt modelId="{0673AF07-BCE5-49F3-8266-45CEABC8FB79}" type="pres">
      <dgm:prSet presAssocID="{744EA591-F199-49C2-B63A-82709D96C729}" presName="chevron1" presStyleLbl="sibTrans2D1" presStyleIdx="3" presStyleCnt="4"/>
      <dgm:spPr/>
      <dgm:t>
        <a:bodyPr/>
        <a:lstStyle/>
        <a:p>
          <a:endParaRPr lang="en-US"/>
        </a:p>
      </dgm:t>
    </dgm:pt>
    <dgm:pt modelId="{FFE1BA80-9594-4566-9044-3B37531B41CD}" type="pres">
      <dgm:prSet presAssocID="{744EA591-F199-49C2-B63A-82709D96C729}" presName="spChevron1" presStyleCnt="0"/>
      <dgm:spPr/>
    </dgm:pt>
    <dgm:pt modelId="{98829723-0F9D-45C1-B764-5560E0603FA3}" type="pres">
      <dgm:prSet presAssocID="{36045517-CEA4-4BE3-B836-C2B6BFE5649B}" presName="last" presStyleCnt="0"/>
      <dgm:spPr/>
    </dgm:pt>
    <dgm:pt modelId="{FF05CF1A-98D0-43CF-AC29-DDEE61A30AC7}" type="pres">
      <dgm:prSet presAssocID="{36045517-CEA4-4BE3-B836-C2B6BFE5649B}" presName="circleTx" presStyleLbl="node1" presStyleIdx="18" presStyleCnt="19"/>
      <dgm:spPr/>
      <dgm:t>
        <a:bodyPr/>
        <a:lstStyle/>
        <a:p>
          <a:endParaRPr lang="en-IN"/>
        </a:p>
      </dgm:t>
    </dgm:pt>
    <dgm:pt modelId="{751C3994-79F8-4835-863B-9F9EFC92AA36}" type="pres">
      <dgm:prSet presAssocID="{36045517-CEA4-4BE3-B836-C2B6BFE5649B}" presName="desTxN" presStyleLbl="revTx" presStyleIdx="8" presStyleCnt="9" custScaleY="160217" custLinFactNeighborY="15249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1E4CC7DE-0620-41BD-B405-63C81AEF4715}" type="pres">
      <dgm:prSet presAssocID="{36045517-CEA4-4BE3-B836-C2B6BFE5649B}" presName="spN" presStyleCnt="0"/>
      <dgm:spPr/>
    </dgm:pt>
  </dgm:ptLst>
  <dgm:cxnLst>
    <dgm:cxn modelId="{0CFAA45B-D82E-4925-81BC-6EB9190FFBF6}" type="presOf" srcId="{3AF880A5-0F00-4315-A5DF-1FE656798601}" destId="{ED26FAC4-F460-404E-AAED-61D21B84D101}" srcOrd="0" destOrd="1" presId="urn:microsoft.com/office/officeart/2009/3/layout/RandomtoResultProcess"/>
    <dgm:cxn modelId="{D52E7E69-14B8-4CBB-8BF3-33909D46AA0E}" type="presOf" srcId="{EE62A4F6-4AC4-435B-990E-81A71CE8CAC7}" destId="{8EE7EF99-9E68-499F-B7A4-9901B35E9433}" srcOrd="0" destOrd="0" presId="urn:microsoft.com/office/officeart/2009/3/layout/RandomtoResultProcess"/>
    <dgm:cxn modelId="{3A2CECA6-0C5B-46BB-B7C6-7D37E9D210BD}" srcId="{B9C32B05-62EA-407A-B21C-2310C7945705}" destId="{EE62A4F6-4AC4-435B-990E-81A71CE8CAC7}" srcOrd="2" destOrd="0" parTransId="{F287B947-7343-4FA2-B288-B23A59FFAE31}" sibTransId="{389F9A93-0231-4877-8C41-5D5B8DD7AAC0}"/>
    <dgm:cxn modelId="{C5E5AE4A-00EA-4C59-AEF7-0D272D9074BB}" type="presOf" srcId="{55BBAF7E-50FF-4F56-9CD8-92B46B73D1AE}" destId="{ED26FAC4-F460-404E-AAED-61D21B84D101}" srcOrd="0" destOrd="2" presId="urn:microsoft.com/office/officeart/2009/3/layout/RandomtoResultProcess"/>
    <dgm:cxn modelId="{2B98897D-9937-49AC-9FE9-6629E912033A}" srcId="{2A22E84C-3AA3-4E9C-AE5F-9C2FB0D7FB11}" destId="{9ADACFBF-2A78-45C9-A7C4-5E5DBC674760}" srcOrd="0" destOrd="0" parTransId="{E121796C-71AB-4354-A1D4-3BF0025298A5}" sibTransId="{F3FE7E5A-DC73-423B-998C-02943CF263BF}"/>
    <dgm:cxn modelId="{E76AF063-0E94-47AC-A64D-B2D214857521}" type="presOf" srcId="{36045517-CEA4-4BE3-B836-C2B6BFE5649B}" destId="{FF05CF1A-98D0-43CF-AC29-DDEE61A30AC7}" srcOrd="0" destOrd="0" presId="urn:microsoft.com/office/officeart/2009/3/layout/RandomtoResultProcess"/>
    <dgm:cxn modelId="{30AC31A8-3FB2-4505-A973-FD17EE5AD9F7}" type="presOf" srcId="{6C39594C-4AE1-4221-9751-E4FBA9469435}" destId="{8E19937D-573B-4A2C-A61C-F2582DF177F1}" srcOrd="0" destOrd="1" presId="urn:microsoft.com/office/officeart/2009/3/layout/RandomtoResultProcess"/>
    <dgm:cxn modelId="{D64A6DB3-7C97-45B3-BA33-2114A62AF802}" type="presOf" srcId="{3CE06941-9820-4827-8B16-CD80CC49F780}" destId="{D31920E3-1575-46A2-9C08-1AEABAD3CD8D}" srcOrd="0" destOrd="0" presId="urn:microsoft.com/office/officeart/2009/3/layout/RandomtoResultProcess"/>
    <dgm:cxn modelId="{F091E13E-CC91-4760-8919-F8E7FA115B30}" srcId="{36045517-CEA4-4BE3-B836-C2B6BFE5649B}" destId="{F64D9B44-8949-42CE-A3F5-920CF85E6D38}" srcOrd="1" destOrd="0" parTransId="{81AB81A4-D793-40B9-964C-9DA3AF17B95D}" sibTransId="{ECDC803C-5DBD-4EEE-A68A-AC8585F1A4EB}"/>
    <dgm:cxn modelId="{D6E56E81-7864-430B-89D5-9DB4A46D542A}" type="presOf" srcId="{110CC072-E78D-486A-BD24-8CD6CE5683E0}" destId="{751C3994-79F8-4835-863B-9F9EFC92AA36}" srcOrd="0" destOrd="0" presId="urn:microsoft.com/office/officeart/2009/3/layout/RandomtoResultProcess"/>
    <dgm:cxn modelId="{D4515548-ED14-4A53-9900-FA57DF3D1C9B}" type="presOf" srcId="{B9C32B05-62EA-407A-B21C-2310C7945705}" destId="{8E717362-E710-4B36-9874-D4330629E822}" srcOrd="0" destOrd="0" presId="urn:microsoft.com/office/officeart/2009/3/layout/RandomtoResultProcess"/>
    <dgm:cxn modelId="{B4F3EA32-CE64-4A92-9BAE-BC57E5392B05}" srcId="{B9C32B05-62EA-407A-B21C-2310C7945705}" destId="{F66099B6-DBBD-4AB0-82D2-877B80F846F7}" srcOrd="1" destOrd="0" parTransId="{B09C8BFB-F41C-4AC4-AB94-F216E3081C2D}" sibTransId="{BC531B32-9B0E-482E-BF91-65C61F17168D}"/>
    <dgm:cxn modelId="{5670A7D8-BA42-4857-8679-D269077AD7D7}" srcId="{36045517-CEA4-4BE3-B836-C2B6BFE5649B}" destId="{110CC072-E78D-486A-BD24-8CD6CE5683E0}" srcOrd="0" destOrd="0" parTransId="{EFE20FCA-41FE-42D4-8C71-85751017ADFF}" sibTransId="{C901204A-BC8E-4B62-854A-DFB2104323F5}"/>
    <dgm:cxn modelId="{9A3D4A60-6403-422F-A616-D2B850922E11}" type="presOf" srcId="{F66099B6-DBBD-4AB0-82D2-877B80F846F7}" destId="{573EDDB4-95FA-4E15-9ED4-9735D7CAD42D}" srcOrd="0" destOrd="0" presId="urn:microsoft.com/office/officeart/2009/3/layout/RandomtoResultProcess"/>
    <dgm:cxn modelId="{2EB42139-845E-4A2A-92EC-DB42BFC6252A}" type="presOf" srcId="{2B721AD7-0182-4A74-B75D-E0FB3E52D56E}" destId="{ED26FAC4-F460-404E-AAED-61D21B84D101}" srcOrd="0" destOrd="4" presId="urn:microsoft.com/office/officeart/2009/3/layout/RandomtoResultProcess"/>
    <dgm:cxn modelId="{19B90E2A-3D0D-48E8-8904-E557FCE8D4CA}" type="presOf" srcId="{386C2B6D-2EE1-4682-AE61-EE246CD54E31}" destId="{D31920E3-1575-46A2-9C08-1AEABAD3CD8D}" srcOrd="0" destOrd="1" presId="urn:microsoft.com/office/officeart/2009/3/layout/RandomtoResultProcess"/>
    <dgm:cxn modelId="{F64D80A5-232B-4FBB-B507-C50FB2557036}" type="presOf" srcId="{F64D9B44-8949-42CE-A3F5-920CF85E6D38}" destId="{751C3994-79F8-4835-863B-9F9EFC92AA36}" srcOrd="0" destOrd="1" presId="urn:microsoft.com/office/officeart/2009/3/layout/RandomtoResultProcess"/>
    <dgm:cxn modelId="{0CB371F0-CBE5-40F4-AD3A-A8D5A9343C74}" type="presOf" srcId="{9ADACFBF-2A78-45C9-A7C4-5E5DBC674760}" destId="{8E19937D-573B-4A2C-A61C-F2582DF177F1}" srcOrd="0" destOrd="0" presId="urn:microsoft.com/office/officeart/2009/3/layout/RandomtoResultProcess"/>
    <dgm:cxn modelId="{601DFBD9-4936-4643-AF2F-7CE09112FDFB}" type="presOf" srcId="{42D71409-67F9-455C-8C6D-716D284AAA6B}" destId="{F3D63AEF-0F15-48F0-911A-825B2A481130}" srcOrd="0" destOrd="0" presId="urn:microsoft.com/office/officeart/2009/3/layout/RandomtoResultProcess"/>
    <dgm:cxn modelId="{2DC24386-BC50-4BAB-8571-16CB10C2603C}" srcId="{F66099B6-DBBD-4AB0-82D2-877B80F846F7}" destId="{6CF284C3-4A70-4432-8F33-E75A802B3330}" srcOrd="0" destOrd="0" parTransId="{044831E6-2FC9-4DDA-81FB-5FA418568D07}" sibTransId="{CD50B82D-84BB-4747-B282-ABB339EBA294}"/>
    <dgm:cxn modelId="{FF913AF6-4BE9-409A-A05E-E515DA7D7212}" srcId="{42D71409-67F9-455C-8C6D-716D284AAA6B}" destId="{43FA57F8-6A92-4E0E-A439-431B3ACDA4FE}" srcOrd="3" destOrd="0" parTransId="{1BA57BA2-FA31-4AA7-9299-465D350D7365}" sibTransId="{3CBAEC1D-EB8B-4714-A12E-F3C4BD515330}"/>
    <dgm:cxn modelId="{C0261E4F-4FCE-4B70-9A17-A6B755E1D154}" srcId="{F66099B6-DBBD-4AB0-82D2-877B80F846F7}" destId="{EF7F33B3-A726-405F-8673-72BC72ADB65F}" srcOrd="3" destOrd="0" parTransId="{B40CFE5D-57FD-4963-A27B-B2BEE816AB15}" sibTransId="{ECA65B4C-7BB6-4800-B3D1-DFA9BAD5397C}"/>
    <dgm:cxn modelId="{7DEA9485-4DEB-4811-AAA4-D85D01BB553A}" type="presOf" srcId="{8EA7219F-BDB2-48EB-9EEB-3133522D132E}" destId="{ED26FAC4-F460-404E-AAED-61D21B84D101}" srcOrd="0" destOrd="0" presId="urn:microsoft.com/office/officeart/2009/3/layout/RandomtoResultProcess"/>
    <dgm:cxn modelId="{7D2E36F1-1216-4369-9C4B-FFFA16FD69DB}" type="presOf" srcId="{43FA57F8-6A92-4E0E-A439-431B3ACDA4FE}" destId="{ED26FAC4-F460-404E-AAED-61D21B84D101}" srcOrd="0" destOrd="3" presId="urn:microsoft.com/office/officeart/2009/3/layout/RandomtoResultProcess"/>
    <dgm:cxn modelId="{BEB859E7-C343-408E-86A1-667C27EE5761}" srcId="{B9C32B05-62EA-407A-B21C-2310C7945705}" destId="{2A22E84C-3AA3-4E9C-AE5F-9C2FB0D7FB11}" srcOrd="3" destOrd="0" parTransId="{6C025E55-DF42-4C5D-AFD5-6015FA053D46}" sibTransId="{744EA591-F199-49C2-B63A-82709D96C729}"/>
    <dgm:cxn modelId="{B487BAA6-E360-4497-BD91-505FF20076C7}" srcId="{42D71409-67F9-455C-8C6D-716D284AAA6B}" destId="{55BBAF7E-50FF-4F56-9CD8-92B46B73D1AE}" srcOrd="2" destOrd="0" parTransId="{3EB1C095-CE78-4611-B969-A10038E4AC02}" sibTransId="{2C448EC7-C8C5-47D4-80C6-63393BA09F7F}"/>
    <dgm:cxn modelId="{24F8CBE2-5003-4E69-A772-6B98F2B05181}" srcId="{42D71409-67F9-455C-8C6D-716D284AAA6B}" destId="{3AF880A5-0F00-4315-A5DF-1FE656798601}" srcOrd="1" destOrd="0" parTransId="{A13BB1F9-5857-4B43-8BF5-6589AA2CB759}" sibTransId="{C198C41D-2640-4669-83ED-E0CD35701C8E}"/>
    <dgm:cxn modelId="{D20BF3B1-FE2E-48B9-826A-65088A1AB8FF}" type="presOf" srcId="{C2288B7B-D29B-427A-BC5B-99B49EFB5E23}" destId="{91822E1E-8012-4ABA-8A2E-C4A53FB7E73D}" srcOrd="0" destOrd="2" presId="urn:microsoft.com/office/officeart/2009/3/layout/RandomtoResultProcess"/>
    <dgm:cxn modelId="{70A4FC99-6A30-483E-AADD-212286DD851E}" srcId="{F66099B6-DBBD-4AB0-82D2-877B80F846F7}" destId="{C2288B7B-D29B-427A-BC5B-99B49EFB5E23}" srcOrd="2" destOrd="0" parTransId="{6260E7ED-B942-47BF-8DB2-2F3CC4F68D2E}" sibTransId="{02CEE9DE-B866-4E89-AF15-B31595D74BA5}"/>
    <dgm:cxn modelId="{46C4FAB4-E1C1-4006-B4DC-E8F1F93FADAD}" type="presOf" srcId="{6CF284C3-4A70-4432-8F33-E75A802B3330}" destId="{91822E1E-8012-4ABA-8A2E-C4A53FB7E73D}" srcOrd="0" destOrd="0" presId="urn:microsoft.com/office/officeart/2009/3/layout/RandomtoResultProcess"/>
    <dgm:cxn modelId="{35013F34-57BC-4E3C-A003-07C0E49926DB}" srcId="{F66099B6-DBBD-4AB0-82D2-877B80F846F7}" destId="{BE788BF5-FE9F-4C7D-A1CD-9232D7860179}" srcOrd="1" destOrd="0" parTransId="{963A52CB-C772-45F2-8A30-8ABA6B14D3CE}" sibTransId="{88191C5E-55BA-42F2-B842-FC86CBBADC0F}"/>
    <dgm:cxn modelId="{15F69543-D5A1-47D8-BF96-362A18111D6A}" type="presOf" srcId="{2A22E84C-3AA3-4E9C-AE5F-9C2FB0D7FB11}" destId="{712670C9-CA68-47E1-8F1C-72AA0C5FA129}" srcOrd="0" destOrd="0" presId="urn:microsoft.com/office/officeart/2009/3/layout/RandomtoResultProcess"/>
    <dgm:cxn modelId="{C99CE395-39F6-46B4-938C-9BF085685D1A}" srcId="{EE62A4F6-4AC4-435B-990E-81A71CE8CAC7}" destId="{3CE06941-9820-4827-8B16-CD80CC49F780}" srcOrd="0" destOrd="0" parTransId="{141A3C92-8966-4E2F-82E4-2E09E22674B2}" sibTransId="{F58FC55B-E61F-445C-956E-0BB2202254CA}"/>
    <dgm:cxn modelId="{7D97B6A9-606C-4C6A-827A-8B6D11A5451C}" type="presOf" srcId="{EF7F33B3-A726-405F-8673-72BC72ADB65F}" destId="{91822E1E-8012-4ABA-8A2E-C4A53FB7E73D}" srcOrd="0" destOrd="3" presId="urn:microsoft.com/office/officeart/2009/3/layout/RandomtoResultProcess"/>
    <dgm:cxn modelId="{7F96AC57-2F84-4E8C-AA92-E82865EE63FE}" srcId="{EE62A4F6-4AC4-435B-990E-81A71CE8CAC7}" destId="{386C2B6D-2EE1-4682-AE61-EE246CD54E31}" srcOrd="1" destOrd="0" parTransId="{649D72FB-0D8F-479C-87D1-C73133EF35E2}" sibTransId="{E1C9E6F1-2ED2-4DD8-9B78-28FC1AF5D352}"/>
    <dgm:cxn modelId="{58AD7EEF-D408-406B-87EE-4691D4C30668}" srcId="{42D71409-67F9-455C-8C6D-716D284AAA6B}" destId="{8EA7219F-BDB2-48EB-9EEB-3133522D132E}" srcOrd="0" destOrd="0" parTransId="{3EE8403A-CB7C-4815-85BD-AEBCAEB71B37}" sibTransId="{C94B7947-85DC-4B21-BB99-DF8438356F98}"/>
    <dgm:cxn modelId="{2AA9C11F-1F1D-428E-801A-47EAA766C99D}" srcId="{B9C32B05-62EA-407A-B21C-2310C7945705}" destId="{42D71409-67F9-455C-8C6D-716D284AAA6B}" srcOrd="0" destOrd="0" parTransId="{51680ED1-AF6E-4B28-AE94-92B0EFB0DF7D}" sibTransId="{478B7D3C-9FB4-4BC6-90AC-49960560DECD}"/>
    <dgm:cxn modelId="{4019353B-443B-4DED-AA6C-3C60E18414C7}" srcId="{B9C32B05-62EA-407A-B21C-2310C7945705}" destId="{36045517-CEA4-4BE3-B836-C2B6BFE5649B}" srcOrd="4" destOrd="0" parTransId="{6231A36F-9B04-4B4A-917A-7E163AFFC956}" sibTransId="{BFF3C5ED-87D0-4709-A3B8-A7BF0668006A}"/>
    <dgm:cxn modelId="{7AF91B96-DA69-42D6-83DE-0E63677A4C47}" srcId="{2A22E84C-3AA3-4E9C-AE5F-9C2FB0D7FB11}" destId="{6C39594C-4AE1-4221-9751-E4FBA9469435}" srcOrd="1" destOrd="0" parTransId="{EA90E5E0-265B-4677-A3EF-FCD0DFDF4F41}" sibTransId="{F04E3063-747B-4761-B46E-8C06B2EF3C55}"/>
    <dgm:cxn modelId="{D11DBB24-E138-438F-B09E-0AA7EAAD0DC0}" srcId="{42D71409-67F9-455C-8C6D-716D284AAA6B}" destId="{2B721AD7-0182-4A74-B75D-E0FB3E52D56E}" srcOrd="4" destOrd="0" parTransId="{6EAD9FF9-7929-432C-96D1-169CD2D2399A}" sibTransId="{56A9352F-41F2-447A-81C7-EF157B204197}"/>
    <dgm:cxn modelId="{347A2978-ABBE-4C0A-8C27-6946B8D195A2}" type="presOf" srcId="{BE788BF5-FE9F-4C7D-A1CD-9232D7860179}" destId="{91822E1E-8012-4ABA-8A2E-C4A53FB7E73D}" srcOrd="0" destOrd="1" presId="urn:microsoft.com/office/officeart/2009/3/layout/RandomtoResultProcess"/>
    <dgm:cxn modelId="{E4451DA0-4D2C-485D-801C-A1E64C5C3BC6}" type="presParOf" srcId="{8E717362-E710-4B36-9874-D4330629E822}" destId="{7283905F-D1ED-4DE3-AB12-3C530C417C5B}" srcOrd="0" destOrd="0" presId="urn:microsoft.com/office/officeart/2009/3/layout/RandomtoResultProcess"/>
    <dgm:cxn modelId="{9FFBAB33-37AE-4212-8266-4E404830DBEE}" type="presParOf" srcId="{7283905F-D1ED-4DE3-AB12-3C530C417C5B}" destId="{F3D63AEF-0F15-48F0-911A-825B2A481130}" srcOrd="0" destOrd="0" presId="urn:microsoft.com/office/officeart/2009/3/layout/RandomtoResultProcess"/>
    <dgm:cxn modelId="{11E9FC2D-6E79-4EED-BA07-9FAA709F87CF}" type="presParOf" srcId="{7283905F-D1ED-4DE3-AB12-3C530C417C5B}" destId="{ED26FAC4-F460-404E-AAED-61D21B84D101}" srcOrd="1" destOrd="0" presId="urn:microsoft.com/office/officeart/2009/3/layout/RandomtoResultProcess"/>
    <dgm:cxn modelId="{85FCFB39-C733-41F1-92BF-F4437E16D066}" type="presParOf" srcId="{7283905F-D1ED-4DE3-AB12-3C530C417C5B}" destId="{EE2CFDAD-5D63-4137-8687-BE2B42A87438}" srcOrd="2" destOrd="0" presId="urn:microsoft.com/office/officeart/2009/3/layout/RandomtoResultProcess"/>
    <dgm:cxn modelId="{7438C024-B710-4A3C-A8BC-6449CCB645C9}" type="presParOf" srcId="{7283905F-D1ED-4DE3-AB12-3C530C417C5B}" destId="{0FAB50C9-FF75-40E8-A843-A38612BC2B35}" srcOrd="3" destOrd="0" presId="urn:microsoft.com/office/officeart/2009/3/layout/RandomtoResultProcess"/>
    <dgm:cxn modelId="{2DEBCDAD-5283-4D97-8E92-572C451DE698}" type="presParOf" srcId="{7283905F-D1ED-4DE3-AB12-3C530C417C5B}" destId="{EAA3FD1A-961D-4FC9-BE4E-1FE6AB4C863F}" srcOrd="4" destOrd="0" presId="urn:microsoft.com/office/officeart/2009/3/layout/RandomtoResultProcess"/>
    <dgm:cxn modelId="{5F2FA69C-7A06-478D-A4AA-0DD892A3AA84}" type="presParOf" srcId="{7283905F-D1ED-4DE3-AB12-3C530C417C5B}" destId="{65E6FED6-6F3F-43A8-8659-2B164AF78C20}" srcOrd="5" destOrd="0" presId="urn:microsoft.com/office/officeart/2009/3/layout/RandomtoResultProcess"/>
    <dgm:cxn modelId="{E1DB50CB-4870-4F16-9DBE-DB7D0DDAF66F}" type="presParOf" srcId="{7283905F-D1ED-4DE3-AB12-3C530C417C5B}" destId="{9CCC63D8-666E-44F4-87FA-C01B8C88A464}" srcOrd="6" destOrd="0" presId="urn:microsoft.com/office/officeart/2009/3/layout/RandomtoResultProcess"/>
    <dgm:cxn modelId="{CD31B20C-C1DB-43E0-A17C-D3C78FE1F1F3}" type="presParOf" srcId="{7283905F-D1ED-4DE3-AB12-3C530C417C5B}" destId="{0CB07414-EF33-466B-BD54-7EC1E5A43FE8}" srcOrd="7" destOrd="0" presId="urn:microsoft.com/office/officeart/2009/3/layout/RandomtoResultProcess"/>
    <dgm:cxn modelId="{ADD17F38-2EFC-439B-B9C2-B3221D2F4371}" type="presParOf" srcId="{7283905F-D1ED-4DE3-AB12-3C530C417C5B}" destId="{AE26E5E9-7BC3-4B5F-A327-D7E24D4FDD31}" srcOrd="8" destOrd="0" presId="urn:microsoft.com/office/officeart/2009/3/layout/RandomtoResultProcess"/>
    <dgm:cxn modelId="{8CE76A9F-93CE-49B0-B610-5C9CEE587676}" type="presParOf" srcId="{7283905F-D1ED-4DE3-AB12-3C530C417C5B}" destId="{A194CC48-292C-4B04-8C93-C9249B1D3820}" srcOrd="9" destOrd="0" presId="urn:microsoft.com/office/officeart/2009/3/layout/RandomtoResultProcess"/>
    <dgm:cxn modelId="{19F603A2-68A2-4025-A353-ED80308F7484}" type="presParOf" srcId="{7283905F-D1ED-4DE3-AB12-3C530C417C5B}" destId="{B485A53D-9FDB-49FC-AA85-AC99E0114F5E}" srcOrd="10" destOrd="0" presId="urn:microsoft.com/office/officeart/2009/3/layout/RandomtoResultProcess"/>
    <dgm:cxn modelId="{46DE588B-677C-4FE6-AF78-AF8B983A0F1F}" type="presParOf" srcId="{7283905F-D1ED-4DE3-AB12-3C530C417C5B}" destId="{40675018-B333-4BB3-A19A-0AEB00302155}" srcOrd="11" destOrd="0" presId="urn:microsoft.com/office/officeart/2009/3/layout/RandomtoResultProcess"/>
    <dgm:cxn modelId="{8D252384-4AD9-451C-BD17-946570EA70DF}" type="presParOf" srcId="{7283905F-D1ED-4DE3-AB12-3C530C417C5B}" destId="{36111FC6-7F5D-45EF-A55A-5F82309CFD98}" srcOrd="12" destOrd="0" presId="urn:microsoft.com/office/officeart/2009/3/layout/RandomtoResultProcess"/>
    <dgm:cxn modelId="{5825861D-2719-405C-AC5B-4C9F8E1BF1E8}" type="presParOf" srcId="{7283905F-D1ED-4DE3-AB12-3C530C417C5B}" destId="{A4DB5ECB-A129-4E16-92A3-2623F7945AF8}" srcOrd="13" destOrd="0" presId="urn:microsoft.com/office/officeart/2009/3/layout/RandomtoResultProcess"/>
    <dgm:cxn modelId="{32B5B00E-E4A9-49F4-A9F0-69CD406BC42E}" type="presParOf" srcId="{7283905F-D1ED-4DE3-AB12-3C530C417C5B}" destId="{4253E19C-E363-4091-B635-83B5ABA89BA9}" srcOrd="14" destOrd="0" presId="urn:microsoft.com/office/officeart/2009/3/layout/RandomtoResultProcess"/>
    <dgm:cxn modelId="{0F6DCFDB-35D5-40FF-A026-BB38AB4F8AB6}" type="presParOf" srcId="{7283905F-D1ED-4DE3-AB12-3C530C417C5B}" destId="{7D1FAA53-6475-4A38-90D8-6B3B761F3D3F}" srcOrd="15" destOrd="0" presId="urn:microsoft.com/office/officeart/2009/3/layout/RandomtoResultProcess"/>
    <dgm:cxn modelId="{B91372A8-CB6B-4BC0-82A5-3DD71278ABC6}" type="presParOf" srcId="{7283905F-D1ED-4DE3-AB12-3C530C417C5B}" destId="{CFC83675-54A3-4982-A1A3-5644DE2CA553}" srcOrd="16" destOrd="0" presId="urn:microsoft.com/office/officeart/2009/3/layout/RandomtoResultProcess"/>
    <dgm:cxn modelId="{DCA4A18A-1715-45EF-A6E3-3BD7A2E044A0}" type="presParOf" srcId="{7283905F-D1ED-4DE3-AB12-3C530C417C5B}" destId="{1113EFEF-7A8A-422F-ABDA-C22B0951E6FA}" srcOrd="17" destOrd="0" presId="urn:microsoft.com/office/officeart/2009/3/layout/RandomtoResultProcess"/>
    <dgm:cxn modelId="{FC89DA07-D8F1-491A-99F4-431C12CB9610}" type="presParOf" srcId="{7283905F-D1ED-4DE3-AB12-3C530C417C5B}" destId="{0C179EF7-C5B4-4DCE-B7B4-481C8C4B89E3}" srcOrd="18" destOrd="0" presId="urn:microsoft.com/office/officeart/2009/3/layout/RandomtoResultProcess"/>
    <dgm:cxn modelId="{87ECE878-BBA8-4250-BB53-D3DF30909609}" type="presParOf" srcId="{7283905F-D1ED-4DE3-AB12-3C530C417C5B}" destId="{FB7E3F92-3B7C-47CC-880B-5F4F5BD911F1}" srcOrd="19" destOrd="0" presId="urn:microsoft.com/office/officeart/2009/3/layout/RandomtoResultProcess"/>
    <dgm:cxn modelId="{E1831253-67BF-4272-9B23-F7D270E6AECB}" type="presParOf" srcId="{8E717362-E710-4B36-9874-D4330629E822}" destId="{C20548E4-39EF-4039-9810-D5ED5842EE16}" srcOrd="1" destOrd="0" presId="urn:microsoft.com/office/officeart/2009/3/layout/RandomtoResultProcess"/>
    <dgm:cxn modelId="{23D83926-F827-4580-B23B-FFB1156CDE6C}" type="presParOf" srcId="{C20548E4-39EF-4039-9810-D5ED5842EE16}" destId="{30D4179C-361A-48C2-9E3F-FA5E6351086B}" srcOrd="0" destOrd="0" presId="urn:microsoft.com/office/officeart/2009/3/layout/RandomtoResultProcess"/>
    <dgm:cxn modelId="{D84CD5BF-EF29-42BA-B70D-BA0E5000F582}" type="presParOf" srcId="{C20548E4-39EF-4039-9810-D5ED5842EE16}" destId="{3E6E1553-E010-4A00-AC69-1286B95F2005}" srcOrd="1" destOrd="0" presId="urn:microsoft.com/office/officeart/2009/3/layout/RandomtoResultProcess"/>
    <dgm:cxn modelId="{A9073D6C-F2DB-4BFB-A957-760B072EE0B1}" type="presParOf" srcId="{8E717362-E710-4B36-9874-D4330629E822}" destId="{9171DC86-F613-4090-AF85-875FD8F48D1F}" srcOrd="2" destOrd="0" presId="urn:microsoft.com/office/officeart/2009/3/layout/RandomtoResultProcess"/>
    <dgm:cxn modelId="{31E6D1CE-341C-41C8-8C01-F768CBDB25AE}" type="presParOf" srcId="{9171DC86-F613-4090-AF85-875FD8F48D1F}" destId="{573EDDB4-95FA-4E15-9ED4-9735D7CAD42D}" srcOrd="0" destOrd="0" presId="urn:microsoft.com/office/officeart/2009/3/layout/RandomtoResultProcess"/>
    <dgm:cxn modelId="{0A1FEC87-DBAB-4579-8411-6D87602889E7}" type="presParOf" srcId="{9171DC86-F613-4090-AF85-875FD8F48D1F}" destId="{91822E1E-8012-4ABA-8A2E-C4A53FB7E73D}" srcOrd="1" destOrd="0" presId="urn:microsoft.com/office/officeart/2009/3/layout/RandomtoResultProcess"/>
    <dgm:cxn modelId="{3E1CBB88-8464-4BE0-BC9F-50E074B246D1}" type="presParOf" srcId="{9171DC86-F613-4090-AF85-875FD8F48D1F}" destId="{4BBE20FD-8986-434E-87D8-9558D07693B8}" srcOrd="2" destOrd="0" presId="urn:microsoft.com/office/officeart/2009/3/layout/RandomtoResultProcess"/>
    <dgm:cxn modelId="{31D2E7AA-292D-4950-B661-B0FB3151B270}" type="presParOf" srcId="{8E717362-E710-4B36-9874-D4330629E822}" destId="{53B2EF6E-EF3A-44C0-BAF3-BD02B179662D}" srcOrd="3" destOrd="0" presId="urn:microsoft.com/office/officeart/2009/3/layout/RandomtoResultProcess"/>
    <dgm:cxn modelId="{37624A4E-0F61-4364-9777-2418EBE139A6}" type="presParOf" srcId="{53B2EF6E-EF3A-44C0-BAF3-BD02B179662D}" destId="{7F2A3A35-A73B-4A4A-A87C-754D8C7C69E9}" srcOrd="0" destOrd="0" presId="urn:microsoft.com/office/officeart/2009/3/layout/RandomtoResultProcess"/>
    <dgm:cxn modelId="{BEC40394-3286-435F-BA48-CBE204304CF8}" type="presParOf" srcId="{53B2EF6E-EF3A-44C0-BAF3-BD02B179662D}" destId="{FAD10B4F-6896-4A03-844D-A6404755B843}" srcOrd="1" destOrd="0" presId="urn:microsoft.com/office/officeart/2009/3/layout/RandomtoResultProcess"/>
    <dgm:cxn modelId="{FED67309-4F40-49D4-93DF-4DADE5F535B9}" type="presParOf" srcId="{8E717362-E710-4B36-9874-D4330629E822}" destId="{379D4D98-7B78-4BAB-B8FE-0A4068B90047}" srcOrd="4" destOrd="0" presId="urn:microsoft.com/office/officeart/2009/3/layout/RandomtoResultProcess"/>
    <dgm:cxn modelId="{93903F6B-626B-4545-A6FC-A086BEFE456F}" type="presParOf" srcId="{379D4D98-7B78-4BAB-B8FE-0A4068B90047}" destId="{8EE7EF99-9E68-499F-B7A4-9901B35E9433}" srcOrd="0" destOrd="0" presId="urn:microsoft.com/office/officeart/2009/3/layout/RandomtoResultProcess"/>
    <dgm:cxn modelId="{695486AF-036D-473D-9249-2B7D0292C3B0}" type="presParOf" srcId="{379D4D98-7B78-4BAB-B8FE-0A4068B90047}" destId="{D31920E3-1575-46A2-9C08-1AEABAD3CD8D}" srcOrd="1" destOrd="0" presId="urn:microsoft.com/office/officeart/2009/3/layout/RandomtoResultProcess"/>
    <dgm:cxn modelId="{8CA5EEB2-EFEC-4F87-8BF4-3BB72A1B69F5}" type="presParOf" srcId="{379D4D98-7B78-4BAB-B8FE-0A4068B90047}" destId="{343D8CA7-F36B-47FF-A513-0F729ED17EA7}" srcOrd="2" destOrd="0" presId="urn:microsoft.com/office/officeart/2009/3/layout/RandomtoResultProcess"/>
    <dgm:cxn modelId="{EEFFFA83-319E-4FE3-B463-B3FC6C510F94}" type="presParOf" srcId="{8E717362-E710-4B36-9874-D4330629E822}" destId="{8D7AFCE9-5927-46C4-9CFE-AA841E051C58}" srcOrd="5" destOrd="0" presId="urn:microsoft.com/office/officeart/2009/3/layout/RandomtoResultProcess"/>
    <dgm:cxn modelId="{264B325F-905C-46CE-A468-7F612EB5C981}" type="presParOf" srcId="{8D7AFCE9-5927-46C4-9CFE-AA841E051C58}" destId="{54F8CDA4-9ABB-43F2-8E56-3C8CF35A9618}" srcOrd="0" destOrd="0" presId="urn:microsoft.com/office/officeart/2009/3/layout/RandomtoResultProcess"/>
    <dgm:cxn modelId="{0CC56D5C-A22D-42C8-9642-F739048B0669}" type="presParOf" srcId="{8D7AFCE9-5927-46C4-9CFE-AA841E051C58}" destId="{A302D562-B83D-422C-9D2D-71953EA04CE3}" srcOrd="1" destOrd="0" presId="urn:microsoft.com/office/officeart/2009/3/layout/RandomtoResultProcess"/>
    <dgm:cxn modelId="{68A2F37E-7756-4A6B-8952-EA347A8A7123}" type="presParOf" srcId="{8E717362-E710-4B36-9874-D4330629E822}" destId="{DED4DE26-FBF5-465A-B430-6EF13A1A1D16}" srcOrd="6" destOrd="0" presId="urn:microsoft.com/office/officeart/2009/3/layout/RandomtoResultProcess"/>
    <dgm:cxn modelId="{0CAC2EF6-F1F8-49EA-837B-D9F2FC406282}" type="presParOf" srcId="{DED4DE26-FBF5-465A-B430-6EF13A1A1D16}" destId="{712670C9-CA68-47E1-8F1C-72AA0C5FA129}" srcOrd="0" destOrd="0" presId="urn:microsoft.com/office/officeart/2009/3/layout/RandomtoResultProcess"/>
    <dgm:cxn modelId="{A318EA03-3540-4AC5-BBEE-53AA4BFB6406}" type="presParOf" srcId="{DED4DE26-FBF5-465A-B430-6EF13A1A1D16}" destId="{8E19937D-573B-4A2C-A61C-F2582DF177F1}" srcOrd="1" destOrd="0" presId="urn:microsoft.com/office/officeart/2009/3/layout/RandomtoResultProcess"/>
    <dgm:cxn modelId="{D9BF65BE-F6B8-451F-9C3A-833D9BB9E5BE}" type="presParOf" srcId="{DED4DE26-FBF5-465A-B430-6EF13A1A1D16}" destId="{6DD7FEE4-D504-436F-9FCA-431DF0B7664D}" srcOrd="2" destOrd="0" presId="urn:microsoft.com/office/officeart/2009/3/layout/RandomtoResultProcess"/>
    <dgm:cxn modelId="{578DB0DD-F4F2-411A-B13B-FF1043C3EA46}" type="presParOf" srcId="{8E717362-E710-4B36-9874-D4330629E822}" destId="{54C4F237-500E-4C7A-AC9F-A35B0820C725}" srcOrd="7" destOrd="0" presId="urn:microsoft.com/office/officeart/2009/3/layout/RandomtoResultProcess"/>
    <dgm:cxn modelId="{63CDCF84-247C-4BAB-8B02-079EB9474702}" type="presParOf" srcId="{54C4F237-500E-4C7A-AC9F-A35B0820C725}" destId="{0673AF07-BCE5-49F3-8266-45CEABC8FB79}" srcOrd="0" destOrd="0" presId="urn:microsoft.com/office/officeart/2009/3/layout/RandomtoResultProcess"/>
    <dgm:cxn modelId="{1C63B05F-5B0B-40DF-859C-31D21083DB9C}" type="presParOf" srcId="{54C4F237-500E-4C7A-AC9F-A35B0820C725}" destId="{FFE1BA80-9594-4566-9044-3B37531B41CD}" srcOrd="1" destOrd="0" presId="urn:microsoft.com/office/officeart/2009/3/layout/RandomtoResultProcess"/>
    <dgm:cxn modelId="{C9262B0C-31C3-4DDC-9078-574C27E1FE14}" type="presParOf" srcId="{8E717362-E710-4B36-9874-D4330629E822}" destId="{98829723-0F9D-45C1-B764-5560E0603FA3}" srcOrd="8" destOrd="0" presId="urn:microsoft.com/office/officeart/2009/3/layout/RandomtoResultProcess"/>
    <dgm:cxn modelId="{53C3DB8B-A3D3-4DEB-94F0-8CBD2EE104F5}" type="presParOf" srcId="{98829723-0F9D-45C1-B764-5560E0603FA3}" destId="{FF05CF1A-98D0-43CF-AC29-DDEE61A30AC7}" srcOrd="0" destOrd="0" presId="urn:microsoft.com/office/officeart/2009/3/layout/RandomtoResultProcess"/>
    <dgm:cxn modelId="{F6B9A76C-92F2-47A2-8FCD-B6311F7EEA6E}" type="presParOf" srcId="{98829723-0F9D-45C1-B764-5560E0603FA3}" destId="{751C3994-79F8-4835-863B-9F9EFC92AA36}" srcOrd="1" destOrd="0" presId="urn:microsoft.com/office/officeart/2009/3/layout/RandomtoResultProcess"/>
    <dgm:cxn modelId="{EAEBC3EE-88C1-4846-B0A9-7AA2F53DFF53}" type="presParOf" srcId="{98829723-0F9D-45C1-B764-5560E0603FA3}" destId="{1E4CC7DE-0620-41BD-B405-63C81AEF4715}" srcOrd="2" destOrd="0" presId="urn:microsoft.com/office/officeart/2009/3/layout/RandomtoResultProcess"/>
  </dgm:cxnLst>
  <dgm:bg>
    <a:noFill/>
  </dgm:bg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RandomtoResultProcess">
  <dgm:title val=""/>
  <dgm:desc val=""/>
  <dgm:catLst>
    <dgm:cat type="process" pri="1275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41" srcId="1" destId="11" srcOrd="0" destOrd="0"/>
        <dgm:cxn modelId="5" srcId="0" destId="2" srcOrd="0" destOrd="0"/>
        <dgm:cxn modelId="51" srcId="2" destId="2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Name0">
    <dgm:varLst>
      <dgm:dir/>
      <dgm:animOne val="branch"/>
      <dgm:animLvl val="lvl"/>
    </dgm:varLst>
    <dgm:choose name="Name1">
      <dgm:if name="Name2" func="var" arg="dir" op="equ" val="norm">
        <dgm:alg type="lin">
          <dgm:param type="fallback" val="2D"/>
          <dgm:param type="nodeVertAlign" val="t"/>
        </dgm:alg>
      </dgm:if>
      <dgm:else name="Name3">
        <dgm:alg type="lin">
          <dgm:param type="fallback" val="2D"/>
          <dgm:param type="nodeVertAlign" val="t"/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userH" refType="h" fact="2"/>
      <dgm:constr type="w" for="ch" forName="chaos" refType="userH" fact="0.681"/>
      <dgm:constr type="h" for="ch" forName="chaos" refType="userH"/>
      <dgm:constr type="w" for="ch" forName="middle" refType="userH" fact="0.6"/>
      <dgm:constr type="h" for="ch" forName="middle" refType="userH"/>
      <dgm:constr type="w" for="ch" forName="last" refType="userH" fact="0.6"/>
      <dgm:constr type="h" for="ch" forName="last" refType="userH"/>
      <dgm:constr type="w" for="ch" forName="chevronComposite1" refType="userH" fact="0.22"/>
      <dgm:constr type="h" for="ch" forName="chevronComposite1" refType="userH" fact="0.52"/>
      <dgm:constr type="w" for="ch" forName="chevronComposite2" refType="userH" fact="0.22"/>
      <dgm:constr type="h" for="ch" forName="chevronComposite2" refType="userH" fact="0.52"/>
      <dgm:constr type="w" for="ch" forName="overlap" refType="userH" fact="-0.04"/>
      <dgm:constr type="h" for="ch" forName="overlap" refType="userH" fact="0.06"/>
      <dgm:constr type="primFontSz" for="des" forName="parTx1" op="equ" val="65"/>
      <dgm:constr type="primFontSz" for="des" forName="parTxMid" refType="primFontSz" refFor="des" refForName="parTx1" op="equ"/>
      <dgm:constr type="primFontSz" for="des" forName="circleTx" refType="primFontSz" refFor="des" refForName="parTx1" op="equ"/>
      <dgm:constr type="primFontSz" for="des" forName="desTx1" op="equ" val="65"/>
      <dgm:constr type="primFontSz" for="des" forName="desTxMid" refType="primFontSz" refFor="des" refForName="desTx1" op="equ"/>
      <dgm:constr type="primFontSz" for="des" forName="desTxN" refType="primFontSz" refFor="des" refForName="desTx1" op="equ"/>
    </dgm:constrLst>
    <dgm:forEach name="Name4" axis="ch" ptType="node">
      <dgm:choose name="Name5">
        <dgm:if name="Name6" axis="self" ptType="node" func="pos" op="equ" val="1">
          <dgm:layoutNode name="chaos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parTx1" refType="w" fact="0.5"/>
              <dgm:constr type="t" for="ch" forName="parTx1" refType="w" fact="0.32"/>
              <dgm:constr type="w" for="ch" forName="parTx1" refType="w" fact="0.88"/>
              <dgm:constr type="h" for="ch" forName="parTx1" refType="w" fact="0.29"/>
              <dgm:constr type="ctrX" for="ch" forName="desTx1" refType="w" fact="0.5"/>
              <dgm:constr type="b" for="ch" forName="desTx1" refType="h"/>
              <dgm:constr type="w" for="ch" forName="desTx1" refType="w" fact="0.88"/>
              <dgm:constr type="h" for="ch" forName="desTx1" refType="h" fact="0.37"/>
              <dgm:constr type="l" for="ch" forName="c1" refType="w" fact="0.05"/>
              <dgm:constr type="t" for="ch" forName="c1" refType="w" fact="0.23"/>
              <dgm:constr type="w" for="ch" forName="c1" refType="w" fact="0.07"/>
              <dgm:constr type="h" for="ch" forName="c1" refType="w" refFor="ch" refForName="c1"/>
              <dgm:constr type="l" for="ch" forName="c2" refType="w" fact="0.1"/>
              <dgm:constr type="t" for="ch" forName="c2" refType="w" fact="0.13"/>
              <dgm:constr type="w" for="ch" forName="c2" refType="w" fact="0.07"/>
              <dgm:constr type="h" for="ch" forName="c2" refType="w" refFor="ch" refForName="c2"/>
              <dgm:constr type="l" for="ch" forName="c3" refType="w" fact="0.22"/>
              <dgm:constr type="t" for="ch" forName="c3" refType="w" fact="0.15"/>
              <dgm:constr type="w" for="ch" forName="c3" refType="w" fact="0.11"/>
              <dgm:constr type="h" for="ch" forName="c3" refType="w" refFor="ch" refForName="c3"/>
              <dgm:constr type="l" for="ch" forName="c4" refType="w" fact="0.32"/>
              <dgm:constr type="t" for="ch" forName="c4" refType="w" fact="0.04"/>
              <dgm:constr type="w" for="ch" forName="c4" refType="w" fact="0.07"/>
              <dgm:constr type="h" for="ch" forName="c4" refType="w" refFor="ch" refForName="c4"/>
              <dgm:constr type="l" for="ch" forName="c5" refType="w" fact="0.45"/>
              <dgm:constr type="t" for="ch" forName="c5" refType="w" fact="0"/>
              <dgm:constr type="w" for="ch" forName="c5" refType="w" fact="0.07"/>
              <dgm:constr type="h" for="ch" forName="c5" refType="w" refFor="ch" refForName="c5"/>
              <dgm:constr type="l" for="ch" forName="c6" refType="w" fact="0.61"/>
              <dgm:constr type="t" for="ch" forName="c6" refType="w" fact="0.07"/>
              <dgm:constr type="w" for="ch" forName="c6" refType="w" fact="0.07"/>
              <dgm:constr type="h" for="ch" forName="c6" refType="w" refFor="ch" refForName="c6"/>
              <dgm:constr type="l" for="ch" forName="c7" refType="w" fact="0.71"/>
              <dgm:constr type="t" for="ch" forName="c7" refType="w" fact="0.12"/>
              <dgm:constr type="w" for="ch" forName="c7" refType="w" fact="0.11"/>
              <dgm:constr type="h" for="ch" forName="c7" refType="w" refFor="ch" refForName="c7"/>
              <dgm:constr type="l" for="ch" forName="c8" refType="w" fact="0.85"/>
              <dgm:constr type="t" for="ch" forName="c8" refType="w" fact="0.23"/>
              <dgm:constr type="w" for="ch" forName="c8" refType="w" fact="0.07"/>
              <dgm:constr type="h" for="ch" forName="c8" refType="w" refFor="ch" refForName="c8"/>
              <dgm:constr type="l" for="ch" forName="c9" refType="w" fact="0.91"/>
              <dgm:constr type="t" for="ch" forName="c9" refType="w" fact="0.34"/>
              <dgm:constr type="w" for="ch" forName="c9" refType="w" fact="0.07"/>
              <dgm:constr type="h" for="ch" forName="c9" refType="w" refFor="ch" refForName="c9"/>
              <dgm:constr type="l" for="ch" forName="c10" refType="w" fact="0.39"/>
              <dgm:constr type="t" for="ch" forName="c10" refType="w" fact="0.13"/>
              <dgm:constr type="w" for="ch" forName="c10" refType="w" fact="0.18"/>
              <dgm:constr type="h" for="ch" forName="c10" refType="w" refFor="ch" refForName="c10"/>
              <dgm:constr type="l" for="ch" forName="c11" refType="w" fact="0"/>
              <dgm:constr type="t" for="ch" forName="c11" refType="w" fact="0.51"/>
              <dgm:constr type="w" for="ch" forName="c11" refType="w" fact="0.07"/>
              <dgm:constr type="h" for="ch" forName="c11" refType="w" refFor="ch" refForName="c11"/>
              <dgm:constr type="l" for="ch" forName="c12" refType="w" fact="0.06"/>
              <dgm:constr type="t" for="ch" forName="c12" refType="w" fact="0.6"/>
              <dgm:constr type="w" for="ch" forName="c12" refType="w" fact="0.11"/>
              <dgm:constr type="h" for="ch" forName="c12" refType="w" refFor="ch" refForName="c12"/>
              <dgm:constr type="l" for="ch" forName="c13" refType="w" fact="0.21"/>
              <dgm:constr type="t" for="ch" forName="c13" refType="w" fact="0.68"/>
              <dgm:constr type="w" for="ch" forName="c13" refType="w" fact="0.16"/>
              <dgm:constr type="h" for="ch" forName="c13" refType="w" refFor="ch" refForName="c13"/>
              <dgm:constr type="l" for="ch" forName="c14" refType="w" fact="0.42"/>
              <dgm:constr type="t" for="ch" forName="c14" refType="w" fact="0.81"/>
              <dgm:constr type="w" for="ch" forName="c14" refType="w" fact="0.07"/>
              <dgm:constr type="h" for="ch" forName="c14" refType="w" refFor="ch" refForName="c14"/>
              <dgm:constr type="l" for="ch" forName="c15" refType="w" fact="0.46"/>
              <dgm:constr type="t" for="ch" forName="c15" refType="w" fact="0.68"/>
              <dgm:constr type="w" for="ch" forName="c15" refType="w" fact="0.11"/>
              <dgm:constr type="h" for="ch" forName="c15" refType="w" refFor="ch" refForName="c15"/>
              <dgm:constr type="l" for="ch" forName="c16" refType="w" fact="0.56"/>
              <dgm:constr type="t" for="ch" forName="c16" refType="w" fact="0.82"/>
              <dgm:constr type="w" for="ch" forName="c16" refType="w" fact="0.07"/>
              <dgm:constr type="h" for="ch" forName="c16" refType="w" refFor="ch" refForName="c16"/>
              <dgm:constr type="l" for="ch" forName="c17" refType="w" fact="0.65"/>
              <dgm:constr type="t" for="ch" forName="c17" refType="w" fact="0.66"/>
              <dgm:constr type="w" for="ch" forName="c17" refType="w" fact="0.16"/>
              <dgm:constr type="h" for="ch" forName="c17" refType="w" refFor="ch" refForName="c17"/>
              <dgm:constr type="l" for="ch" forName="c18" refType="w" fact="0.87"/>
              <dgm:constr type="t" for="ch" forName="c18" refType="w" fact="0.62"/>
              <dgm:constr type="w" for="ch" forName="c18" refType="w" fact="0.11"/>
              <dgm:constr type="h" for="ch" forName="c18" refType="w" refFor="ch" refForName="c18"/>
            </dgm:constrLst>
            <dgm:layoutNode name="parTx1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7">
              <dgm:if name="Name8" axis="ch" ptType="node" func="cnt" op="gte" val="1">
                <dgm:layoutNode name="desTx1" styleLbl="revTx">
                  <dgm:varLst>
                    <dgm:bulletEnabled val="1"/>
                  </dgm:varLst>
                  <dgm:choose name="Name9">
                    <dgm:if name="Name10" axis="ch" ptType="node" func="cnt" op="equ" val="1">
                      <dgm:alg type="tx">
                        <dgm:param type="shpTxLTRAlignCh" val="l"/>
                      </dgm:alg>
                    </dgm:if>
                    <dgm:else name="Name11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2"/>
            </dgm:choose>
            <dgm:layoutNode name="c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9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0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layoutNode>
        </dgm:if>
        <dgm:if name="Name13" axis="self" ptType="node" func="revPos" op="equ" val="1">
          <dgm:layoutNode name="last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circleTx" refType="w" fact="0.5"/>
              <dgm:constr type="t" for="ch" forName="circleTx" refType="w" fact="0.117"/>
              <dgm:constr type="w" for="ch" forName="circleTx" refType="h" refFor="ch" refForName="circleTx"/>
              <dgm:constr type="h" for="ch" forName="circleTx" refType="w" fact="0.85"/>
              <dgm:constr type="l" for="ch" forName="desTxN"/>
              <dgm:constr type="b" for="ch" forName="desTxN" refType="h"/>
              <dgm:constr type="w" for="ch" forName="desTxN" refType="w"/>
              <dgm:constr type="h" for="ch" forName="desTxN" refType="h" fact="0.37"/>
              <dgm:constr type="ctrX" for="ch" forName="spN" refType="w" fact="0.5"/>
              <dgm:constr type="t" for="ch" forName="spN"/>
              <dgm:constr type="w" for="ch" forName="spN" refType="w" fact="0.93"/>
              <dgm:constr type="h" for="ch" forName="spN" refType="h" fact="0.01"/>
            </dgm:constrLst>
            <dgm:layoutNode name="circleTx" styleLbl="node1">
              <dgm:alg type="tx"/>
              <dgm:shape xmlns:r="http://schemas.openxmlformats.org/officeDocument/2006/relationships" type="ellipse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  <dgm:choose name="Name14">
              <dgm:if name="Name15" axis="ch" ptType="node" func="cnt" op="gte" val="1">
                <dgm:layoutNode name="desTxN" styleLbl="revTx">
                  <dgm:varLst>
                    <dgm:bulletEnabled val="1"/>
                  </dgm:varLst>
                  <dgm:choose name="Name16">
                    <dgm:if name="Name17" axis="ch" ptType="node" func="cnt" op="equ" val="1">
                      <dgm:alg type="tx">
                        <dgm:param type="shpTxLTRAlignCh" val="l"/>
                      </dgm:alg>
                    </dgm:if>
                    <dgm:else name="Name18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  <dgm:layoutNode name="spN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if>
        <dgm:else name="Name20">
          <dgm:layoutNode name="middl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l" for="ch" forName="parTxMid"/>
              <dgm:constr type="t" for="ch" forName="parTxMid" refType="w" fact="0.167"/>
              <dgm:constr type="w" for="ch" forName="parTxMid" refType="w"/>
              <dgm:constr type="h" for="ch" forName="parTxMid" refType="w" fact="0.7"/>
              <dgm:constr type="l" for="ch" forName="desTxMid"/>
              <dgm:constr type="b" for="ch" forName="desTxMid" refType="h"/>
              <dgm:constr type="w" for="ch" forName="desTxMid" refType="w"/>
              <dgm:constr type="h" for="ch" forName="desTxMid" refType="h" fact="0.37"/>
              <dgm:constr type="ctrX" for="ch" forName="spMid" refType="w" fact="0.5"/>
              <dgm:constr type="t" for="ch" forName="spMid"/>
              <dgm:constr type="w" for="ch" forName="spMid" refType="w" fact="0.01"/>
              <dgm:constr type="h" for="ch" forName="spMid" refType="h" fact="0.01"/>
            </dgm:constrLst>
            <dgm:layoutNode name="parTxMid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21">
              <dgm:if name="Name22" axis="ch" ptType="node" func="cnt" op="gte" val="1">
                <dgm:layoutNode name="desTxMid" styleLbl="revTx">
                  <dgm:varLst>
                    <dgm:bulletEnabled val="1"/>
                  </dgm:varLst>
                  <dgm:choose name="Name23">
                    <dgm:if name="Name24" axis="ch" ptType="node" func="cnt" op="equ" val="1">
                      <dgm:alg type="tx">
                        <dgm:param type="shpTxLTRAlignCh" val="l"/>
                      </dgm:alg>
                    </dgm:if>
                    <dgm:else name="Name25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26"/>
            </dgm:choose>
            <dgm:layoutNode name="spMid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else>
      </dgm:choose>
      <dgm:forEach name="Name27" axis="followSib" ptType="sibTrans" cnt="1">
        <dgm:layoutNode name="chevronComposite1" styleLbl="alignImgPlace1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chevron1"/>
            <dgm:constr type="t" for="ch" forName="chevron1" refType="h" fact="0.1923"/>
            <dgm:constr type="w" for="ch" forName="chevron1" refType="w"/>
            <dgm:constr type="b" for="ch" forName="chevron1" refType="h"/>
            <dgm:constr type="l" for="ch" forName="spChevron1"/>
            <dgm:constr type="t" for="ch" forName="spChevron1"/>
            <dgm:constr type="w" for="ch" forName="spChevron1" refType="w" fact="0.01"/>
            <dgm:constr type="h" for="ch" forName="spChevron1" refType="h" fact="0.01"/>
          </dgm:constrLst>
          <dgm:layoutNode name="chevron1">
            <dgm:alg type="sp"/>
            <dgm:choose name="Name28">
              <dgm:if name="Name29" func="var" arg="dir" op="equ" val="norm">
                <dgm:shape xmlns:r="http://schemas.openxmlformats.org/officeDocument/2006/relationships" type="chevron" r:blip="">
                  <dgm:adjLst>
                    <dgm:adj idx="1" val="0.6231"/>
                  </dgm:adjLst>
                </dgm:shape>
              </dgm:if>
              <dgm:else name="Name30">
                <dgm:shape xmlns:r="http://schemas.openxmlformats.org/officeDocument/2006/relationships" rot="180" type="chevron" r:blip="">
                  <dgm:adjLst>
                    <dgm:adj idx="1" val="0.6231"/>
                  </dgm:adjLst>
                </dgm:shape>
              </dgm:else>
            </dgm:choose>
            <dgm:presOf/>
          </dgm:layoutNode>
          <dgm:layoutNode name="spChevron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  <dgm:choose name="Name31">
          <dgm:if name="Name32" axis="root ch" ptType="all node" func="cnt" op="equ" val="2">
            <dgm:layoutNode name="overlap">
              <dgm:alg type="sp"/>
              <dgm:shape xmlns:r="http://schemas.openxmlformats.org/officeDocument/2006/relationships" r:blip="">
                <dgm:adjLst/>
              </dgm:shape>
              <dgm:presOf/>
            </dgm:layoutNode>
            <dgm:layoutNode name="chevronComposite2" styleLbl="alignImgPlace1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l" for="ch" forName="chevron2"/>
                <dgm:constr type="t" for="ch" forName="chevron2" refType="h" fact="0.1923"/>
                <dgm:constr type="w" for="ch" forName="chevron2" refType="w"/>
                <dgm:constr type="b" for="ch" forName="chevron2" refType="h"/>
                <dgm:constr type="l" for="ch" forName="spChevron2"/>
                <dgm:constr type="t" for="ch" forName="spChevron2"/>
                <dgm:constr type="w" for="ch" forName="spChevron2" refType="w" fact="0.01"/>
                <dgm:constr type="h" for="ch" forName="spChevron2" refType="h" fact="0.01"/>
              </dgm:constrLst>
              <dgm:layoutNode name="chevron2">
                <dgm:alg type="sp"/>
                <dgm:choose name="Name33">
                  <dgm:if name="Name34" func="var" arg="dir" op="equ" val="norm">
                    <dgm:shape xmlns:r="http://schemas.openxmlformats.org/officeDocument/2006/relationships" type="chevron" r:blip="">
                      <dgm:adjLst>
                        <dgm:adj idx="1" val="0.6231"/>
                      </dgm:adjLst>
                    </dgm:shape>
                  </dgm:if>
                  <dgm:else name="Name35">
                    <dgm:shape xmlns:r="http://schemas.openxmlformats.org/officeDocument/2006/relationships" rot="180" type="chevron" r:blip="">
                      <dgm:adjLst>
                        <dgm:adj idx="1" val="0.6231"/>
                      </dgm:adjLst>
                    </dgm:shape>
                  </dgm:else>
                </dgm:choose>
                <dgm:presOf/>
              </dgm:layoutNode>
              <dgm:layoutNode name="spChevron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layoutNode>
          </dgm:if>
          <dgm:else name="Name36"/>
        </dgm:choos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33B4B9-AFB0-43EB-82AF-ED70AC262E4F}" type="datetimeFigureOut">
              <a:rPr lang="en-US" smtClean="0"/>
              <a:pPr/>
              <a:t>11/23/2023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472C8F-9949-4688-BFEB-F813D79CFC0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7929926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31E77A-DD07-4A76-801D-B4BF4990C412}" type="datetimeFigureOut">
              <a:rPr lang="en-US" smtClean="0"/>
              <a:pPr/>
              <a:t>11/23/2023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A3AB2B-189A-4C92-A457-C6A3833631A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5389837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78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54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32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09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886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62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>
                <a:solidFill>
                  <a:prstClr val="black"/>
                </a:solidFill>
              </a:rPr>
              <a:t>© Copyright Showeet.com – Creative &amp; Free PowerPoint Templates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A3AB2B-189A-4C92-A457-C6A3833631A7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2947986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>
                <a:solidFill>
                  <a:prstClr val="black"/>
                </a:solidFill>
              </a:rPr>
              <a:t>© Copyright Showeet.com – Creative &amp; Free PowerPoint Templates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A3AB2B-189A-4C92-A457-C6A3833631A7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4346458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>
                <a:solidFill>
                  <a:prstClr val="black"/>
                </a:solidFill>
              </a:rPr>
              <a:t>© Copyright Showeet.com – Creative &amp; Free PowerPoint Templates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A3AB2B-189A-4C92-A457-C6A3833631A7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8620103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>
                <a:solidFill>
                  <a:prstClr val="black"/>
                </a:solidFill>
              </a:rPr>
              <a:t>© Copyright Showeet.com – Creative &amp; Free PowerPoint Templates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A3AB2B-189A-4C92-A457-C6A3833631A7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688868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>
                <a:solidFill>
                  <a:prstClr val="black"/>
                </a:solidFill>
              </a:rPr>
              <a:t>© Copyright Showeet.com – Creative &amp; Free PowerPoint Templates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A3AB2B-189A-4C92-A457-C6A3833631A7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1378912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>
                <a:solidFill>
                  <a:prstClr val="black"/>
                </a:solidFill>
              </a:rPr>
              <a:t>© Copyright Showeet.com – Creative &amp; Free PowerPoint Templates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A3AB2B-189A-4C92-A457-C6A3833631A7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688868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>
                <a:solidFill>
                  <a:prstClr val="black"/>
                </a:solidFill>
              </a:rPr>
              <a:t>© Copyright Showeet.com – Creative &amp; Free PowerPoint Templates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A3AB2B-189A-4C92-A457-C6A3833631A7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4346458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D970C67-4150-4956-8729-9415F8BA8A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08920"/>
            <a:ext cx="9144000" cy="1944216"/>
          </a:xfrm>
        </p:spPr>
        <p:txBody>
          <a:bodyPr anchor="ctr"/>
          <a:lstStyle>
            <a:lvl1pPr algn="ctr">
              <a:defRPr sz="6000" b="1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FD67B7FC-7BD6-47E1-BA5F-22C947BEF8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72063" y="5085184"/>
            <a:ext cx="4676753" cy="935682"/>
          </a:xfrm>
        </p:spPr>
        <p:txBody>
          <a:bodyPr anchor="ctr"/>
          <a:lstStyle>
            <a:lvl1pPr marL="0" indent="0" algn="r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A52907A-3CB0-4790-A989-C433C4D12E6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8251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Your Date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8F11FA0-CB36-4653-B24F-0D8BECF08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48251"/>
            <a:ext cx="4114800" cy="365125"/>
          </a:xfrm>
        </p:spPr>
        <p:txBody>
          <a:bodyPr/>
          <a:lstStyle/>
          <a:p>
            <a:r>
              <a:rPr lang="en-US" dirty="0"/>
              <a:t>Your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6F48B60-676B-471F-8CB5-EDE5EBB26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8251"/>
            <a:ext cx="2743200" cy="365125"/>
          </a:xfrm>
        </p:spPr>
        <p:txBody>
          <a:bodyPr/>
          <a:lstStyle/>
          <a:p>
            <a:fld id="{F9036A72-EF4D-4486-A23C-054FE2E2A8D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202858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4BE20C6-1B1C-461A-BEE2-33AB72A10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5842" y="2852936"/>
            <a:ext cx="4665237" cy="1709539"/>
          </a:xfrm>
        </p:spPr>
        <p:txBody>
          <a:bodyPr anchor="b"/>
          <a:lstStyle>
            <a:lvl1pPr>
              <a:defRPr sz="6000" b="1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9E7FA11-B4D1-46FE-8CB0-523566563F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65842" y="5047036"/>
            <a:ext cx="4665237" cy="1042614"/>
          </a:xfrm>
        </p:spPr>
        <p:txBody>
          <a:bodyPr/>
          <a:lstStyle>
            <a:lvl1pPr marL="0" indent="0">
              <a:buNone/>
              <a:defRPr sz="24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82F688A-88C7-41EC-8D1B-DE4800AD2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Your Date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C29A666-1BD0-4A7D-8187-AC685D44F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Your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EBFC625-9580-4818-A170-98C4E6A44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9036A72-EF4D-4486-A23C-054FE2E2A8D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xmlns="" id="{38C313AD-DADB-4065-B469-1688801CCE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600744" y="1392145"/>
            <a:ext cx="6514877" cy="4067267"/>
          </a:xfrm>
        </p:spPr>
        <p:txBody>
          <a:bodyPr wrap="square">
            <a:spAutoFit/>
          </a:bodyPr>
          <a:lstStyle>
            <a:lvl1pPr marL="0" indent="0">
              <a:buNone/>
              <a:defRPr sz="28700" b="1" kern="0" spc="10" baseline="0">
                <a:solidFill>
                  <a:schemeClr val="bg1"/>
                </a:solidFill>
                <a:latin typeface="Arial Black" panose="020B0A040201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9332297E-EF6D-4FDD-96E6-ACE1CE56D479}"/>
              </a:ext>
            </a:extLst>
          </p:cNvPr>
          <p:cNvSpPr/>
          <p:nvPr userDrawn="1"/>
        </p:nvSpPr>
        <p:spPr>
          <a:xfrm>
            <a:off x="7265843" y="4754879"/>
            <a:ext cx="897775" cy="99753"/>
          </a:xfrm>
          <a:prstGeom prst="rect">
            <a:avLst/>
          </a:prstGeom>
          <a:solidFill>
            <a:srgbClr val="4ACE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93944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#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4BE20C6-1B1C-461A-BEE2-33AB72A10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2" y="1018876"/>
            <a:ext cx="4665237" cy="1709539"/>
          </a:xfrm>
        </p:spPr>
        <p:txBody>
          <a:bodyPr anchor="b"/>
          <a:lstStyle>
            <a:lvl1pPr>
              <a:defRPr sz="6000" b="1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9E7FA11-B4D1-46FE-8CB0-523566563F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3352" y="3212976"/>
            <a:ext cx="4665237" cy="1042614"/>
          </a:xfrm>
        </p:spPr>
        <p:txBody>
          <a:bodyPr/>
          <a:lstStyle>
            <a:lvl1pPr marL="0" indent="0">
              <a:buNone/>
              <a:defRPr sz="24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82F688A-88C7-41EC-8D1B-DE4800AD2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Your Date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C29A666-1BD0-4A7D-8187-AC685D44F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Your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EBFC625-9580-4818-A170-98C4E6A44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9036A72-EF4D-4486-A23C-054FE2E2A8D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xmlns="" id="{38C313AD-DADB-4065-B469-1688801CCE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40016" y="1893737"/>
            <a:ext cx="6514876" cy="4067267"/>
          </a:xfrm>
        </p:spPr>
        <p:txBody>
          <a:bodyPr vert="horz" wrap="square" lIns="91440" tIns="45720" rIns="91440" bIns="45720" rtlCol="0">
            <a:spAutoFit/>
          </a:bodyPr>
          <a:lstStyle>
            <a:lvl1pPr marL="0" indent="0" algn="r">
              <a:buNone/>
              <a:defRPr lang="en-US" sz="28700" b="1" kern="0" spc="10" baseline="0" dirty="0">
                <a:solidFill>
                  <a:srgbClr val="49CEEF"/>
                </a:solidFill>
                <a:latin typeface="Arial Black" panose="020B0A04020102020204" pitchFamily="34" charset="0"/>
              </a:defRPr>
            </a:lvl1pPr>
          </a:lstStyle>
          <a:p>
            <a:pPr marL="228600" lvl="0" indent="-228600"/>
            <a:r>
              <a:rPr lang="en-US" dirty="0"/>
              <a:t>00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9332297E-EF6D-4FDD-96E6-ACE1CE56D479}"/>
              </a:ext>
            </a:extLst>
          </p:cNvPr>
          <p:cNvSpPr/>
          <p:nvPr userDrawn="1"/>
        </p:nvSpPr>
        <p:spPr>
          <a:xfrm>
            <a:off x="335360" y="2920819"/>
            <a:ext cx="897775" cy="9975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40686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/ N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">
            <a:extLst>
              <a:ext uri="{FF2B5EF4-FFF2-40B4-BE49-F238E27FC236}">
                <a16:creationId xmlns:a16="http://schemas.microsoft.com/office/drawing/2014/main" xmlns="" id="{24C0F9AA-7BFD-46B6-81AF-54EDAE157257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018041"/>
            <a:ext cx="12188952" cy="8399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091" y="0"/>
                </a:moveTo>
                <a:cubicBezTo>
                  <a:pt x="16950" y="0"/>
                  <a:pt x="16819" y="1095"/>
                  <a:pt x="16748" y="2888"/>
                </a:cubicBezTo>
                <a:lnTo>
                  <a:pt x="16401" y="11964"/>
                </a:lnTo>
                <a:cubicBezTo>
                  <a:pt x="16342" y="13428"/>
                  <a:pt x="16235" y="14345"/>
                  <a:pt x="16118" y="14345"/>
                </a:cubicBezTo>
                <a:lnTo>
                  <a:pt x="0" y="14345"/>
                </a:lnTo>
                <a:lnTo>
                  <a:pt x="0" y="21600"/>
                </a:lnTo>
                <a:lnTo>
                  <a:pt x="21595" y="21600"/>
                </a:lnTo>
                <a:lnTo>
                  <a:pt x="21595" y="14345"/>
                </a:lnTo>
                <a:lnTo>
                  <a:pt x="21600" y="14"/>
                </a:lnTo>
                <a:lnTo>
                  <a:pt x="17091" y="14"/>
                </a:lnTo>
                <a:close/>
              </a:path>
            </a:pathLst>
          </a:custGeom>
          <a:solidFill>
            <a:srgbClr val="49CEE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D62C1D42-6617-4BEE-98E5-BA7C91BA0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5600" y="365125"/>
            <a:ext cx="88582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1E264C9-A85A-4EAB-ABF5-1F23772B5E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60848"/>
            <a:ext cx="10515600" cy="388843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72CADAF-68B5-4AE6-A7BF-B41A96E7A5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188669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Your Date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F0BAC43-A15B-4524-B559-F5C89AB84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188669"/>
            <a:ext cx="4114800" cy="365125"/>
          </a:xfrm>
        </p:spPr>
        <p:txBody>
          <a:bodyPr/>
          <a:lstStyle/>
          <a:p>
            <a:r>
              <a:rPr lang="en-US" dirty="0"/>
              <a:t>Your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4A0BDDA-974C-4553-B192-00D80DAAA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188669"/>
            <a:ext cx="2743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9036A72-EF4D-4486-A23C-054FE2E2A8D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xmlns="" id="{7FE1E8C5-1D73-4362-8287-0FBC5752C1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780293" y="-230809"/>
            <a:ext cx="3275893" cy="2003625"/>
          </a:xfrm>
        </p:spPr>
        <p:txBody>
          <a:bodyPr wrap="square">
            <a:spAutoFit/>
          </a:bodyPr>
          <a:lstStyle>
            <a:lvl1pPr marL="0" indent="0" algn="r">
              <a:buNone/>
              <a:defRPr sz="13800" b="1">
                <a:solidFill>
                  <a:srgbClr val="49CEEF"/>
                </a:solidFill>
                <a:latin typeface="Arial Black" panose="020B0A040201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65108B4F-6DCF-4C31-9E72-BA4F0AB127A6}"/>
              </a:ext>
            </a:extLst>
          </p:cNvPr>
          <p:cNvSpPr/>
          <p:nvPr userDrawn="1"/>
        </p:nvSpPr>
        <p:spPr>
          <a:xfrm>
            <a:off x="1127448" y="1629848"/>
            <a:ext cx="897775" cy="9975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927159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">
            <a:extLst>
              <a:ext uri="{FF2B5EF4-FFF2-40B4-BE49-F238E27FC236}">
                <a16:creationId xmlns:a16="http://schemas.microsoft.com/office/drawing/2014/main" xmlns="" id="{A63C1AE6-3AA5-4D04-B5D9-47F570988F94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018041"/>
            <a:ext cx="12188952" cy="8399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091" y="0"/>
                </a:moveTo>
                <a:cubicBezTo>
                  <a:pt x="16950" y="0"/>
                  <a:pt x="16819" y="1095"/>
                  <a:pt x="16748" y="2888"/>
                </a:cubicBezTo>
                <a:lnTo>
                  <a:pt x="16401" y="11964"/>
                </a:lnTo>
                <a:cubicBezTo>
                  <a:pt x="16342" y="13428"/>
                  <a:pt x="16235" y="14345"/>
                  <a:pt x="16118" y="14345"/>
                </a:cubicBezTo>
                <a:lnTo>
                  <a:pt x="0" y="14345"/>
                </a:lnTo>
                <a:lnTo>
                  <a:pt x="0" y="21600"/>
                </a:lnTo>
                <a:lnTo>
                  <a:pt x="21595" y="21600"/>
                </a:lnTo>
                <a:lnTo>
                  <a:pt x="21595" y="14345"/>
                </a:lnTo>
                <a:lnTo>
                  <a:pt x="21600" y="14"/>
                </a:lnTo>
                <a:lnTo>
                  <a:pt x="17091" y="14"/>
                </a:lnTo>
                <a:close/>
              </a:path>
            </a:pathLst>
          </a:custGeom>
          <a:solidFill>
            <a:srgbClr val="49CEE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D62C1D42-6617-4BEE-98E5-BA7C91BA0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1E264C9-A85A-4EAB-ABF5-1F23772B5E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60848"/>
            <a:ext cx="10515600" cy="388843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72CADAF-68B5-4AE6-A7BF-B41A96E7A5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188669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Your Date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F0BAC43-A15B-4524-B559-F5C89AB84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188669"/>
            <a:ext cx="4114800" cy="365125"/>
          </a:xfrm>
        </p:spPr>
        <p:txBody>
          <a:bodyPr/>
          <a:lstStyle/>
          <a:p>
            <a:r>
              <a:rPr lang="en-US" dirty="0"/>
              <a:t>Your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4A0BDDA-974C-4553-B192-00D80DAAA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188669"/>
            <a:ext cx="2743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9036A72-EF4D-4486-A23C-054FE2E2A8D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655050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 w/ Nber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">
            <a:extLst>
              <a:ext uri="{FF2B5EF4-FFF2-40B4-BE49-F238E27FC236}">
                <a16:creationId xmlns:a16="http://schemas.microsoft.com/office/drawing/2014/main" xmlns="" id="{1B8ACB25-5C2B-4530-A15E-300A071DFB2D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018041"/>
            <a:ext cx="12188952" cy="8399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091" y="0"/>
                </a:moveTo>
                <a:cubicBezTo>
                  <a:pt x="16950" y="0"/>
                  <a:pt x="16819" y="1095"/>
                  <a:pt x="16748" y="2888"/>
                </a:cubicBezTo>
                <a:lnTo>
                  <a:pt x="16401" y="11964"/>
                </a:lnTo>
                <a:cubicBezTo>
                  <a:pt x="16342" y="13428"/>
                  <a:pt x="16235" y="14345"/>
                  <a:pt x="16118" y="14345"/>
                </a:cubicBezTo>
                <a:lnTo>
                  <a:pt x="0" y="14345"/>
                </a:lnTo>
                <a:lnTo>
                  <a:pt x="0" y="21600"/>
                </a:lnTo>
                <a:lnTo>
                  <a:pt x="21595" y="21600"/>
                </a:lnTo>
                <a:lnTo>
                  <a:pt x="21595" y="14345"/>
                </a:lnTo>
                <a:lnTo>
                  <a:pt x="21600" y="14"/>
                </a:lnTo>
                <a:lnTo>
                  <a:pt x="17091" y="14"/>
                </a:lnTo>
                <a:close/>
              </a:path>
            </a:pathLst>
          </a:custGeom>
          <a:solidFill>
            <a:srgbClr val="49CEE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xmlns="" id="{AB5DCFEC-D21C-4979-AD98-CAFDCD79EC0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25714" y="1"/>
            <a:ext cx="4166287" cy="5016843"/>
          </a:xfrm>
          <a:custGeom>
            <a:avLst/>
            <a:gdLst>
              <a:gd name="connsiteX0" fmla="*/ 218687 w 4166287"/>
              <a:gd name="connsiteY0" fmla="*/ 0 h 5016843"/>
              <a:gd name="connsiteX1" fmla="*/ 4166287 w 4166287"/>
              <a:gd name="connsiteY1" fmla="*/ 0 h 5016843"/>
              <a:gd name="connsiteX2" fmla="*/ 4166287 w 4166287"/>
              <a:gd name="connsiteY2" fmla="*/ 4994526 h 5016843"/>
              <a:gd name="connsiteX3" fmla="*/ 4147340 w 4166287"/>
              <a:gd name="connsiteY3" fmla="*/ 4997417 h 5016843"/>
              <a:gd name="connsiteX4" fmla="*/ 3762632 w 4166287"/>
              <a:gd name="connsiteY4" fmla="*/ 5016843 h 5016843"/>
              <a:gd name="connsiteX5" fmla="*/ 0 w 4166287"/>
              <a:gd name="connsiteY5" fmla="*/ 1254210 h 5016843"/>
              <a:gd name="connsiteX6" fmla="*/ 169160 w 4166287"/>
              <a:gd name="connsiteY6" fmla="*/ 135318 h 5016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6287" h="5016843">
                <a:moveTo>
                  <a:pt x="218687" y="0"/>
                </a:moveTo>
                <a:lnTo>
                  <a:pt x="4166287" y="0"/>
                </a:lnTo>
                <a:lnTo>
                  <a:pt x="4166287" y="4994526"/>
                </a:lnTo>
                <a:lnTo>
                  <a:pt x="4147340" y="4997417"/>
                </a:lnTo>
                <a:cubicBezTo>
                  <a:pt x="4020851" y="5010263"/>
                  <a:pt x="3892510" y="5016843"/>
                  <a:pt x="3762632" y="5016843"/>
                </a:cubicBezTo>
                <a:cubicBezTo>
                  <a:pt x="1684587" y="5016843"/>
                  <a:pt x="0" y="3332255"/>
                  <a:pt x="0" y="1254210"/>
                </a:cubicBezTo>
                <a:cubicBezTo>
                  <a:pt x="0" y="864577"/>
                  <a:pt x="59223" y="488776"/>
                  <a:pt x="169160" y="135318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D62C1D42-6617-4BEE-98E5-BA7C91BA0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5600" y="365125"/>
            <a:ext cx="5530114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1E264C9-A85A-4EAB-ABF5-1F23772B5E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5812"/>
            <a:ext cx="7187514" cy="389346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72CADAF-68B5-4AE6-A7BF-B41A96E7A5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188669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Your Date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F0BAC43-A15B-4524-B559-F5C89AB84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188669"/>
            <a:ext cx="4114800" cy="365125"/>
          </a:xfrm>
        </p:spPr>
        <p:txBody>
          <a:bodyPr/>
          <a:lstStyle/>
          <a:p>
            <a:r>
              <a:rPr lang="en-US" dirty="0"/>
              <a:t>Your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4A0BDDA-974C-4553-B192-00D80DAAA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188669"/>
            <a:ext cx="2743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9036A72-EF4D-4486-A23C-054FE2E2A8D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65108B4F-6DCF-4C31-9E72-BA4F0AB127A6}"/>
              </a:ext>
            </a:extLst>
          </p:cNvPr>
          <p:cNvSpPr/>
          <p:nvPr userDrawn="1"/>
        </p:nvSpPr>
        <p:spPr>
          <a:xfrm>
            <a:off x="1127448" y="1629848"/>
            <a:ext cx="897775" cy="9975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xmlns="" id="{C268EA9E-D57B-4237-A9D1-EAE6115C19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780293" y="-230809"/>
            <a:ext cx="3275893" cy="2003625"/>
          </a:xfrm>
        </p:spPr>
        <p:txBody>
          <a:bodyPr wrap="square">
            <a:spAutoFit/>
          </a:bodyPr>
          <a:lstStyle>
            <a:lvl1pPr marL="0" indent="0" algn="r">
              <a:buNone/>
              <a:defRPr sz="13800" b="1">
                <a:solidFill>
                  <a:srgbClr val="49CEEF"/>
                </a:solidFill>
                <a:latin typeface="Arial Black" panose="020B0A040201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xmlns="" val="3278550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">
            <a:extLst>
              <a:ext uri="{FF2B5EF4-FFF2-40B4-BE49-F238E27FC236}">
                <a16:creationId xmlns:a16="http://schemas.microsoft.com/office/drawing/2014/main" xmlns="" id="{C2CFFC5E-D581-409A-B45D-FF78104F1968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018041"/>
            <a:ext cx="12188952" cy="8399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091" y="0"/>
                </a:moveTo>
                <a:cubicBezTo>
                  <a:pt x="16950" y="0"/>
                  <a:pt x="16819" y="1095"/>
                  <a:pt x="16748" y="2888"/>
                </a:cubicBezTo>
                <a:lnTo>
                  <a:pt x="16401" y="11964"/>
                </a:lnTo>
                <a:cubicBezTo>
                  <a:pt x="16342" y="13428"/>
                  <a:pt x="16235" y="14345"/>
                  <a:pt x="16118" y="14345"/>
                </a:cubicBezTo>
                <a:lnTo>
                  <a:pt x="0" y="14345"/>
                </a:lnTo>
                <a:lnTo>
                  <a:pt x="0" y="21600"/>
                </a:lnTo>
                <a:lnTo>
                  <a:pt x="21595" y="21600"/>
                </a:lnTo>
                <a:lnTo>
                  <a:pt x="21595" y="14345"/>
                </a:lnTo>
                <a:lnTo>
                  <a:pt x="21600" y="14"/>
                </a:lnTo>
                <a:lnTo>
                  <a:pt x="17091" y="14"/>
                </a:lnTo>
                <a:close/>
              </a:path>
            </a:pathLst>
          </a:custGeom>
          <a:solidFill>
            <a:srgbClr val="49CEE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xmlns="" id="{AB5DCFEC-D21C-4979-AD98-CAFDCD79EC0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25714" y="1"/>
            <a:ext cx="4166287" cy="5016843"/>
          </a:xfrm>
          <a:custGeom>
            <a:avLst/>
            <a:gdLst>
              <a:gd name="connsiteX0" fmla="*/ 218687 w 4166287"/>
              <a:gd name="connsiteY0" fmla="*/ 0 h 5016843"/>
              <a:gd name="connsiteX1" fmla="*/ 4166287 w 4166287"/>
              <a:gd name="connsiteY1" fmla="*/ 0 h 5016843"/>
              <a:gd name="connsiteX2" fmla="*/ 4166287 w 4166287"/>
              <a:gd name="connsiteY2" fmla="*/ 4994526 h 5016843"/>
              <a:gd name="connsiteX3" fmla="*/ 4147340 w 4166287"/>
              <a:gd name="connsiteY3" fmla="*/ 4997417 h 5016843"/>
              <a:gd name="connsiteX4" fmla="*/ 3762632 w 4166287"/>
              <a:gd name="connsiteY4" fmla="*/ 5016843 h 5016843"/>
              <a:gd name="connsiteX5" fmla="*/ 0 w 4166287"/>
              <a:gd name="connsiteY5" fmla="*/ 1254210 h 5016843"/>
              <a:gd name="connsiteX6" fmla="*/ 169160 w 4166287"/>
              <a:gd name="connsiteY6" fmla="*/ 135318 h 5016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6287" h="5016843">
                <a:moveTo>
                  <a:pt x="218687" y="0"/>
                </a:moveTo>
                <a:lnTo>
                  <a:pt x="4166287" y="0"/>
                </a:lnTo>
                <a:lnTo>
                  <a:pt x="4166287" y="4994526"/>
                </a:lnTo>
                <a:lnTo>
                  <a:pt x="4147340" y="4997417"/>
                </a:lnTo>
                <a:cubicBezTo>
                  <a:pt x="4020851" y="5010263"/>
                  <a:pt x="3892510" y="5016843"/>
                  <a:pt x="3762632" y="5016843"/>
                </a:cubicBezTo>
                <a:cubicBezTo>
                  <a:pt x="1684587" y="5016843"/>
                  <a:pt x="0" y="3332255"/>
                  <a:pt x="0" y="1254210"/>
                </a:cubicBezTo>
                <a:cubicBezTo>
                  <a:pt x="0" y="864577"/>
                  <a:pt x="59223" y="488776"/>
                  <a:pt x="169160" y="135318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D62C1D42-6617-4BEE-98E5-BA7C91BA0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187514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1E264C9-A85A-4EAB-ABF5-1F23772B5E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5812"/>
            <a:ext cx="7187514" cy="389346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72CADAF-68B5-4AE6-A7BF-B41A96E7A5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188669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Your Date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F0BAC43-A15B-4524-B559-F5C89AB84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188669"/>
            <a:ext cx="4114800" cy="365125"/>
          </a:xfrm>
        </p:spPr>
        <p:txBody>
          <a:bodyPr/>
          <a:lstStyle/>
          <a:p>
            <a:r>
              <a:rPr lang="en-US" dirty="0"/>
              <a:t>Your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4A0BDDA-974C-4553-B192-00D80DAAA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188669"/>
            <a:ext cx="2743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9036A72-EF4D-4486-A23C-054FE2E2A8D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36107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No Content w/ N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">
            <a:extLst>
              <a:ext uri="{FF2B5EF4-FFF2-40B4-BE49-F238E27FC236}">
                <a16:creationId xmlns:a16="http://schemas.microsoft.com/office/drawing/2014/main" xmlns="" id="{30B5C914-7A87-4B82-BC1C-FE8494620EB4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018041"/>
            <a:ext cx="12188952" cy="8399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091" y="0"/>
                </a:moveTo>
                <a:cubicBezTo>
                  <a:pt x="16950" y="0"/>
                  <a:pt x="16819" y="1095"/>
                  <a:pt x="16748" y="2888"/>
                </a:cubicBezTo>
                <a:lnTo>
                  <a:pt x="16401" y="11964"/>
                </a:lnTo>
                <a:cubicBezTo>
                  <a:pt x="16342" y="13428"/>
                  <a:pt x="16235" y="14345"/>
                  <a:pt x="16118" y="14345"/>
                </a:cubicBezTo>
                <a:lnTo>
                  <a:pt x="0" y="14345"/>
                </a:lnTo>
                <a:lnTo>
                  <a:pt x="0" y="21600"/>
                </a:lnTo>
                <a:lnTo>
                  <a:pt x="21595" y="21600"/>
                </a:lnTo>
                <a:lnTo>
                  <a:pt x="21595" y="14345"/>
                </a:lnTo>
                <a:lnTo>
                  <a:pt x="21600" y="14"/>
                </a:lnTo>
                <a:lnTo>
                  <a:pt x="17091" y="14"/>
                </a:lnTo>
                <a:close/>
              </a:path>
            </a:pathLst>
          </a:custGeom>
          <a:solidFill>
            <a:srgbClr val="49CEE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D62C1D42-6617-4BEE-98E5-BA7C91BA0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5600" y="365125"/>
            <a:ext cx="88582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72CADAF-68B5-4AE6-A7BF-B41A96E7A5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188669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Your Date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F0BAC43-A15B-4524-B559-F5C89AB84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188669"/>
            <a:ext cx="4114800" cy="365125"/>
          </a:xfrm>
        </p:spPr>
        <p:txBody>
          <a:bodyPr/>
          <a:lstStyle/>
          <a:p>
            <a:r>
              <a:rPr lang="en-US" dirty="0"/>
              <a:t>Your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4A0BDDA-974C-4553-B192-00D80DAAA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188669"/>
            <a:ext cx="2743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9036A72-EF4D-4486-A23C-054FE2E2A8D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xmlns="" id="{7FE1E8C5-1D73-4362-8287-0FBC5752C1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780293" y="-230809"/>
            <a:ext cx="3275893" cy="2003625"/>
          </a:xfrm>
        </p:spPr>
        <p:txBody>
          <a:bodyPr wrap="square">
            <a:spAutoFit/>
          </a:bodyPr>
          <a:lstStyle>
            <a:lvl1pPr marL="0" indent="0" algn="r">
              <a:buNone/>
              <a:defRPr sz="13800" b="1">
                <a:solidFill>
                  <a:srgbClr val="49CEEF"/>
                </a:solidFill>
                <a:latin typeface="Arial Black" panose="020B0A040201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65108B4F-6DCF-4C31-9E72-BA4F0AB127A6}"/>
              </a:ext>
            </a:extLst>
          </p:cNvPr>
          <p:cNvSpPr/>
          <p:nvPr userDrawn="1"/>
        </p:nvSpPr>
        <p:spPr>
          <a:xfrm>
            <a:off x="1127448" y="1629848"/>
            <a:ext cx="897775" cy="9975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61093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N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">
            <a:extLst>
              <a:ext uri="{FF2B5EF4-FFF2-40B4-BE49-F238E27FC236}">
                <a16:creationId xmlns:a16="http://schemas.microsoft.com/office/drawing/2014/main" xmlns="" id="{147B1B26-CB49-490A-AB66-29E4BBEB35F7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018041"/>
            <a:ext cx="12188952" cy="8399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091" y="0"/>
                </a:moveTo>
                <a:cubicBezTo>
                  <a:pt x="16950" y="0"/>
                  <a:pt x="16819" y="1095"/>
                  <a:pt x="16748" y="2888"/>
                </a:cubicBezTo>
                <a:lnTo>
                  <a:pt x="16401" y="11964"/>
                </a:lnTo>
                <a:cubicBezTo>
                  <a:pt x="16342" y="13428"/>
                  <a:pt x="16235" y="14345"/>
                  <a:pt x="16118" y="14345"/>
                </a:cubicBezTo>
                <a:lnTo>
                  <a:pt x="0" y="14345"/>
                </a:lnTo>
                <a:lnTo>
                  <a:pt x="0" y="21600"/>
                </a:lnTo>
                <a:lnTo>
                  <a:pt x="21595" y="21600"/>
                </a:lnTo>
                <a:lnTo>
                  <a:pt x="21595" y="14345"/>
                </a:lnTo>
                <a:lnTo>
                  <a:pt x="21600" y="14"/>
                </a:lnTo>
                <a:lnTo>
                  <a:pt x="17091" y="14"/>
                </a:lnTo>
                <a:close/>
              </a:path>
            </a:pathLst>
          </a:custGeom>
          <a:solidFill>
            <a:srgbClr val="49CEE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D62C1D42-6617-4BEE-98E5-BA7C91BA0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72CADAF-68B5-4AE6-A7BF-B41A96E7A5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188669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Your Date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F0BAC43-A15B-4524-B559-F5C89AB84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188669"/>
            <a:ext cx="4114800" cy="365125"/>
          </a:xfrm>
        </p:spPr>
        <p:txBody>
          <a:bodyPr/>
          <a:lstStyle/>
          <a:p>
            <a:r>
              <a:rPr lang="en-US"/>
              <a:t>Your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4A0BDDA-974C-4553-B192-00D80DAAA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188669"/>
            <a:ext cx="2743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9036A72-EF4D-4486-A23C-054FE2E2A8D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763211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No Content w/ Nber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">
            <a:extLst>
              <a:ext uri="{FF2B5EF4-FFF2-40B4-BE49-F238E27FC236}">
                <a16:creationId xmlns:a16="http://schemas.microsoft.com/office/drawing/2014/main" xmlns="" id="{A8D93B15-2C2E-41BD-BC9D-9824F62D5857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018041"/>
            <a:ext cx="12188952" cy="8399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091" y="0"/>
                </a:moveTo>
                <a:cubicBezTo>
                  <a:pt x="16950" y="0"/>
                  <a:pt x="16819" y="1095"/>
                  <a:pt x="16748" y="2888"/>
                </a:cubicBezTo>
                <a:lnTo>
                  <a:pt x="16401" y="11964"/>
                </a:lnTo>
                <a:cubicBezTo>
                  <a:pt x="16342" y="13428"/>
                  <a:pt x="16235" y="14345"/>
                  <a:pt x="16118" y="14345"/>
                </a:cubicBezTo>
                <a:lnTo>
                  <a:pt x="0" y="14345"/>
                </a:lnTo>
                <a:lnTo>
                  <a:pt x="0" y="21600"/>
                </a:lnTo>
                <a:lnTo>
                  <a:pt x="21595" y="21600"/>
                </a:lnTo>
                <a:lnTo>
                  <a:pt x="21595" y="14345"/>
                </a:lnTo>
                <a:lnTo>
                  <a:pt x="21600" y="14"/>
                </a:lnTo>
                <a:lnTo>
                  <a:pt x="17091" y="14"/>
                </a:lnTo>
                <a:close/>
              </a:path>
            </a:pathLst>
          </a:custGeom>
          <a:solidFill>
            <a:srgbClr val="49CEE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xmlns="" id="{AB5DCFEC-D21C-4979-AD98-CAFDCD79EC0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25714" y="1"/>
            <a:ext cx="4166287" cy="5016843"/>
          </a:xfrm>
          <a:custGeom>
            <a:avLst/>
            <a:gdLst>
              <a:gd name="connsiteX0" fmla="*/ 218687 w 4166287"/>
              <a:gd name="connsiteY0" fmla="*/ 0 h 5016843"/>
              <a:gd name="connsiteX1" fmla="*/ 4166287 w 4166287"/>
              <a:gd name="connsiteY1" fmla="*/ 0 h 5016843"/>
              <a:gd name="connsiteX2" fmla="*/ 4166287 w 4166287"/>
              <a:gd name="connsiteY2" fmla="*/ 4994526 h 5016843"/>
              <a:gd name="connsiteX3" fmla="*/ 4147340 w 4166287"/>
              <a:gd name="connsiteY3" fmla="*/ 4997417 h 5016843"/>
              <a:gd name="connsiteX4" fmla="*/ 3762632 w 4166287"/>
              <a:gd name="connsiteY4" fmla="*/ 5016843 h 5016843"/>
              <a:gd name="connsiteX5" fmla="*/ 0 w 4166287"/>
              <a:gd name="connsiteY5" fmla="*/ 1254210 h 5016843"/>
              <a:gd name="connsiteX6" fmla="*/ 169160 w 4166287"/>
              <a:gd name="connsiteY6" fmla="*/ 135318 h 5016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6287" h="5016843">
                <a:moveTo>
                  <a:pt x="218687" y="0"/>
                </a:moveTo>
                <a:lnTo>
                  <a:pt x="4166287" y="0"/>
                </a:lnTo>
                <a:lnTo>
                  <a:pt x="4166287" y="4994526"/>
                </a:lnTo>
                <a:lnTo>
                  <a:pt x="4147340" y="4997417"/>
                </a:lnTo>
                <a:cubicBezTo>
                  <a:pt x="4020851" y="5010263"/>
                  <a:pt x="3892510" y="5016843"/>
                  <a:pt x="3762632" y="5016843"/>
                </a:cubicBezTo>
                <a:cubicBezTo>
                  <a:pt x="1684587" y="5016843"/>
                  <a:pt x="0" y="3332255"/>
                  <a:pt x="0" y="1254210"/>
                </a:cubicBezTo>
                <a:cubicBezTo>
                  <a:pt x="0" y="864577"/>
                  <a:pt x="59223" y="488776"/>
                  <a:pt x="169160" y="135318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D62C1D42-6617-4BEE-98E5-BA7C91BA0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5600" y="365125"/>
            <a:ext cx="5530114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72CADAF-68B5-4AE6-A7BF-B41A96E7A5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188669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Your Date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F0BAC43-A15B-4524-B559-F5C89AB84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188669"/>
            <a:ext cx="4114800" cy="365125"/>
          </a:xfrm>
        </p:spPr>
        <p:txBody>
          <a:bodyPr/>
          <a:lstStyle/>
          <a:p>
            <a:r>
              <a:rPr lang="en-US"/>
              <a:t>Your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4A0BDDA-974C-4553-B192-00D80DAAA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188669"/>
            <a:ext cx="2743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9036A72-EF4D-4486-A23C-054FE2E2A8D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65108B4F-6DCF-4C31-9E72-BA4F0AB127A6}"/>
              </a:ext>
            </a:extLst>
          </p:cNvPr>
          <p:cNvSpPr/>
          <p:nvPr userDrawn="1"/>
        </p:nvSpPr>
        <p:spPr>
          <a:xfrm>
            <a:off x="1127448" y="1629848"/>
            <a:ext cx="897775" cy="9975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xmlns="" id="{C268EA9E-D57B-4237-A9D1-EAE6115C19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780293" y="-230809"/>
            <a:ext cx="3275893" cy="2003625"/>
          </a:xfrm>
        </p:spPr>
        <p:txBody>
          <a:bodyPr wrap="square">
            <a:spAutoFit/>
          </a:bodyPr>
          <a:lstStyle>
            <a:lvl1pPr marL="0" indent="0" algn="r">
              <a:buNone/>
              <a:defRPr sz="13800" b="1">
                <a:solidFill>
                  <a:srgbClr val="49CEEF"/>
                </a:solidFill>
                <a:latin typeface="Arial Black" panose="020B0A040201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xmlns="" val="3070924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No Content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">
            <a:extLst>
              <a:ext uri="{FF2B5EF4-FFF2-40B4-BE49-F238E27FC236}">
                <a16:creationId xmlns:a16="http://schemas.microsoft.com/office/drawing/2014/main" xmlns="" id="{40770480-A1E9-42E8-8A41-B2716A9170A1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018041"/>
            <a:ext cx="12188952" cy="8399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091" y="0"/>
                </a:moveTo>
                <a:cubicBezTo>
                  <a:pt x="16950" y="0"/>
                  <a:pt x="16819" y="1095"/>
                  <a:pt x="16748" y="2888"/>
                </a:cubicBezTo>
                <a:lnTo>
                  <a:pt x="16401" y="11964"/>
                </a:lnTo>
                <a:cubicBezTo>
                  <a:pt x="16342" y="13428"/>
                  <a:pt x="16235" y="14345"/>
                  <a:pt x="16118" y="14345"/>
                </a:cubicBezTo>
                <a:lnTo>
                  <a:pt x="0" y="14345"/>
                </a:lnTo>
                <a:lnTo>
                  <a:pt x="0" y="21600"/>
                </a:lnTo>
                <a:lnTo>
                  <a:pt x="21595" y="21600"/>
                </a:lnTo>
                <a:lnTo>
                  <a:pt x="21595" y="14345"/>
                </a:lnTo>
                <a:lnTo>
                  <a:pt x="21600" y="14"/>
                </a:lnTo>
                <a:lnTo>
                  <a:pt x="17091" y="14"/>
                </a:lnTo>
                <a:close/>
              </a:path>
            </a:pathLst>
          </a:custGeom>
          <a:solidFill>
            <a:srgbClr val="49CEE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xmlns="" id="{AB5DCFEC-D21C-4979-AD98-CAFDCD79EC0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25714" y="1"/>
            <a:ext cx="4166287" cy="5016843"/>
          </a:xfrm>
          <a:custGeom>
            <a:avLst/>
            <a:gdLst>
              <a:gd name="connsiteX0" fmla="*/ 218687 w 4166287"/>
              <a:gd name="connsiteY0" fmla="*/ 0 h 5016843"/>
              <a:gd name="connsiteX1" fmla="*/ 4166287 w 4166287"/>
              <a:gd name="connsiteY1" fmla="*/ 0 h 5016843"/>
              <a:gd name="connsiteX2" fmla="*/ 4166287 w 4166287"/>
              <a:gd name="connsiteY2" fmla="*/ 4994526 h 5016843"/>
              <a:gd name="connsiteX3" fmla="*/ 4147340 w 4166287"/>
              <a:gd name="connsiteY3" fmla="*/ 4997417 h 5016843"/>
              <a:gd name="connsiteX4" fmla="*/ 3762632 w 4166287"/>
              <a:gd name="connsiteY4" fmla="*/ 5016843 h 5016843"/>
              <a:gd name="connsiteX5" fmla="*/ 0 w 4166287"/>
              <a:gd name="connsiteY5" fmla="*/ 1254210 h 5016843"/>
              <a:gd name="connsiteX6" fmla="*/ 169160 w 4166287"/>
              <a:gd name="connsiteY6" fmla="*/ 135318 h 5016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6287" h="5016843">
                <a:moveTo>
                  <a:pt x="218687" y="0"/>
                </a:moveTo>
                <a:lnTo>
                  <a:pt x="4166287" y="0"/>
                </a:lnTo>
                <a:lnTo>
                  <a:pt x="4166287" y="4994526"/>
                </a:lnTo>
                <a:lnTo>
                  <a:pt x="4147340" y="4997417"/>
                </a:lnTo>
                <a:cubicBezTo>
                  <a:pt x="4020851" y="5010263"/>
                  <a:pt x="3892510" y="5016843"/>
                  <a:pt x="3762632" y="5016843"/>
                </a:cubicBezTo>
                <a:cubicBezTo>
                  <a:pt x="1684587" y="5016843"/>
                  <a:pt x="0" y="3332255"/>
                  <a:pt x="0" y="1254210"/>
                </a:cubicBezTo>
                <a:cubicBezTo>
                  <a:pt x="0" y="864577"/>
                  <a:pt x="59223" y="488776"/>
                  <a:pt x="169160" y="135318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D62C1D42-6617-4BEE-98E5-BA7C91BA0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187514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72CADAF-68B5-4AE6-A7BF-B41A96E7A5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188669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Your Date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F0BAC43-A15B-4524-B559-F5C89AB84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188669"/>
            <a:ext cx="4114800" cy="365125"/>
          </a:xfrm>
        </p:spPr>
        <p:txBody>
          <a:bodyPr/>
          <a:lstStyle/>
          <a:p>
            <a:r>
              <a:rPr lang="en-US" dirty="0"/>
              <a:t>Your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4A0BDDA-974C-4553-B192-00D80DAAA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188669"/>
            <a:ext cx="2743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9036A72-EF4D-4486-A23C-054FE2E2A8D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056997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#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62C1D42-6617-4BEE-98E5-BA7C91BA0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-38694"/>
            <a:ext cx="7819256" cy="1325563"/>
          </a:xfrm>
        </p:spPr>
        <p:txBody>
          <a:bodyPr anchor="b"/>
          <a:lstStyle>
            <a:lvl1pPr algn="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1E264C9-A85A-4EAB-ABF5-1F23772B5E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15880" y="1286869"/>
            <a:ext cx="6841976" cy="1325563"/>
          </a:xfrm>
        </p:spPr>
        <p:txBody>
          <a:bodyPr>
            <a:normAutofit/>
          </a:bodyPr>
          <a:lstStyle>
            <a:lvl1pPr marL="0" indent="0" algn="just">
              <a:buNone/>
              <a:defRPr sz="2000" cap="all" baseline="0"/>
            </a:lvl1pPr>
            <a:lvl2pPr marL="457200" indent="0" algn="r">
              <a:buNone/>
              <a:defRPr/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72CADAF-68B5-4AE6-A7BF-B41A96E7A5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8251"/>
            <a:ext cx="2743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Your Date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F0BAC43-A15B-4524-B559-F5C89AB84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48251"/>
            <a:ext cx="41148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Your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4A0BDDA-974C-4553-B192-00D80DAAA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8251"/>
            <a:ext cx="2743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9036A72-EF4D-4486-A23C-054FE2E2A8D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xmlns="" id="{0B821264-AC07-4573-9198-981E26063AC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025650" y="4724400"/>
            <a:ext cx="3565525" cy="1463675"/>
          </a:xfrm>
        </p:spPr>
        <p:txBody>
          <a:bodyPr anchor="ctr">
            <a:normAutofit/>
          </a:bodyPr>
          <a:lstStyle>
            <a:lvl1pPr marL="0" indent="0" algn="just">
              <a:buNone/>
              <a:defRPr sz="1800" cap="all" baseline="0"/>
            </a:lvl1pPr>
          </a:lstStyle>
          <a:p>
            <a:pPr lvl="0"/>
            <a:r>
              <a:rPr lang="en-US" dirty="0"/>
              <a:t>Edit Master</a:t>
            </a:r>
          </a:p>
        </p:txBody>
      </p:sp>
    </p:spTree>
    <p:extLst>
      <p:ext uri="{BB962C8B-B14F-4D97-AF65-F5344CB8AC3E}">
        <p14:creationId xmlns:p14="http://schemas.microsoft.com/office/powerpoint/2010/main" xmlns="" val="10509989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we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r="18500" b="19391"/>
          <a:stretch/>
        </p:blipFill>
        <p:spPr>
          <a:xfrm>
            <a:off x="11096512" y="5774480"/>
            <a:ext cx="1095488" cy="108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578135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6E92820E-F81D-4DFD-8733-1D24A4D6F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B584069-DA73-4ED1-8EA9-C3006B8E9D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DC7D7BE-CE32-4BF8-BBEB-E4E9D6548A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Your Date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E335E2F-C15A-4548-80F5-181D09C672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Your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C2E0BA0-643A-4B18-BC5E-12B02C3A08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036A72-EF4D-4486-A23C-054FE2E2A8D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B9D7A131-9B76-4E64-AD97-136DDE626FB1}"/>
              </a:ext>
            </a:extLst>
          </p:cNvPr>
          <p:cNvSpPr/>
          <p:nvPr userDrawn="1"/>
        </p:nvSpPr>
        <p:spPr>
          <a:xfrm rot="5400000">
            <a:off x="11604686" y="5799924"/>
            <a:ext cx="1839158" cy="276999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prstClr val="black"/>
                </a:solidFill>
              </a:rPr>
              <a:t>© Copyright Showeet.com</a:t>
            </a:r>
          </a:p>
        </p:txBody>
      </p:sp>
    </p:spTree>
    <p:extLst>
      <p:ext uri="{BB962C8B-B14F-4D97-AF65-F5344CB8AC3E}">
        <p14:creationId xmlns:p14="http://schemas.microsoft.com/office/powerpoint/2010/main" xmlns="" val="2032385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4" r:id="rId1"/>
    <p:sldLayoutId id="2147483995" r:id="rId2"/>
    <p:sldLayoutId id="2147483996" r:id="rId3"/>
    <p:sldLayoutId id="2147483984" r:id="rId4"/>
    <p:sldLayoutId id="2147483999" r:id="rId5"/>
    <p:sldLayoutId id="2147483997" r:id="rId6"/>
    <p:sldLayoutId id="2147484000" r:id="rId7"/>
    <p:sldLayoutId id="2147484001" r:id="rId8"/>
    <p:sldLayoutId id="2147484002" r:id="rId9"/>
    <p:sldLayoutId id="2147484003" r:id="rId10"/>
    <p:sldLayoutId id="2147484004" r:id="rId11"/>
    <p:sldLayoutId id="2147483998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 cap="all" baseline="0">
          <a:solidFill>
            <a:schemeClr val="tx1">
              <a:lumMod val="75000"/>
              <a:lumOff val="25000"/>
            </a:schemeClr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09600" y="137160"/>
            <a:ext cx="10972800" cy="707886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Rectangle 14"/>
          <p:cNvSpPr/>
          <p:nvPr/>
        </p:nvSpPr>
        <p:spPr>
          <a:xfrm rot="5400000">
            <a:off x="11604686" y="5799924"/>
            <a:ext cx="1839158" cy="276999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prstClr val="black"/>
                </a:solidFill>
              </a:rPr>
              <a:t>© Copyright Showeet.com</a:t>
            </a:r>
          </a:p>
        </p:txBody>
      </p:sp>
    </p:spTree>
    <p:extLst>
      <p:ext uri="{BB962C8B-B14F-4D97-AF65-F5344CB8AC3E}">
        <p14:creationId xmlns:p14="http://schemas.microsoft.com/office/powerpoint/2010/main" xmlns="" val="3974763103"/>
      </p:ext>
    </p:extLst>
  </p:cSld>
  <p:clrMap bg1="lt1" tx1="dk1" bg2="lt2" tx2="dk2" accent1="accent1" accent2="accent2" accent3="accent3" accent4="accent4" accent5="accent5" accent6="accent6" hlink="hlink" folHlink="folHlink"/>
  <p:hf hdr="0"/>
  <p:txStyles>
    <p:titleStyle>
      <a:lvl1pPr algn="r" defTabSz="914354" rtl="0" eaLnBrk="1" latinLnBrk="0" hangingPunct="1">
        <a:spcBef>
          <a:spcPct val="0"/>
        </a:spcBef>
        <a:buNone/>
        <a:defRPr lang="en-US" sz="4000" b="1" kern="1200" cap="all" normalizeH="0" baseline="0" dirty="0">
          <a:solidFill>
            <a:srgbClr val="2F3A46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</p:titleStyle>
    <p:bodyStyle>
      <a:lvl1pPr marL="342882" indent="-342882" algn="l" defTabSz="914354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>
              <a:lumMod val="75000"/>
            </a:schemeClr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742913" indent="-285737" algn="l" defTabSz="914354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>
              <a:lumMod val="75000"/>
            </a:schemeClr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1142942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75000"/>
            </a:schemeClr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600120" indent="-228589" algn="l" defTabSz="914354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>
              <a:lumMod val="75000"/>
            </a:schemeClr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2057298" indent="-228589" algn="l" defTabSz="914354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>
              <a:lumMod val="75000"/>
            </a:schemeClr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514474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1E26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38930" y="341031"/>
            <a:ext cx="2914141" cy="804743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2185947" y="2158991"/>
            <a:ext cx="7820106" cy="341632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 defTabSz="914354"/>
            <a:r>
              <a:rPr lang="en-US" sz="5400" dirty="0">
                <a:solidFill>
                  <a:schemeClr val="bg1"/>
                </a:solidFill>
                <a:latin typeface="Calibri Light" panose="020F0302020204030204" pitchFamily="34" charset="0"/>
              </a:rPr>
              <a:t>Free </a:t>
            </a:r>
            <a:r>
              <a:rPr lang="en-US" sz="5400">
                <a:solidFill>
                  <a:schemeClr val="bg1"/>
                </a:solidFill>
                <a:latin typeface="Calibri Light" panose="020F0302020204030204" pitchFamily="34" charset="0"/>
              </a:rPr>
              <a:t>creative templates</a:t>
            </a:r>
            <a:r>
              <a:rPr lang="en-US" sz="5400" dirty="0">
                <a:solidFill>
                  <a:schemeClr val="bg1"/>
                </a:solidFill>
                <a:latin typeface="Calibri Light" panose="020F0302020204030204" pitchFamily="34" charset="0"/>
              </a:rPr>
              <a:t>, charts, diagrams and maps for your outstanding presentations</a:t>
            </a:r>
          </a:p>
        </p:txBody>
      </p:sp>
    </p:spTree>
    <p:extLst>
      <p:ext uri="{BB962C8B-B14F-4D97-AF65-F5344CB8AC3E}">
        <p14:creationId xmlns:p14="http://schemas.microsoft.com/office/powerpoint/2010/main" xmlns="" val="3800825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4" r:id="rId1"/>
  </p:sldLayoutIdLst>
  <p:hf hdr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meghalaya.gov.in/sites/default/files/documents/Privacy_Policy_MeghalayaMobileApps.pdf" TargetMode="External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apps.apple.com/in/app/govt-of-meghalaya-pension-app/id1578867309" TargetMode="External"/><Relationship Id="rId5" Type="http://schemas.openxmlformats.org/officeDocument/2006/relationships/image" Target="../media/image7.png"/><Relationship Id="rId4" Type="http://schemas.openxmlformats.org/officeDocument/2006/relationships/hyperlink" Target="https://play.google.com/store/apps/details?id=com.plc.meg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4.xml"/><Relationship Id="rId1" Type="http://schemas.openxmlformats.org/officeDocument/2006/relationships/video" Target="file:///C:\Users\acer\Downloads\PPT%20Template\register_eng.mp4" TargetMode="Externa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4.xml"/><Relationship Id="rId1" Type="http://schemas.openxmlformats.org/officeDocument/2006/relationships/video" Target="file:///C:\Users\acer\Downloads\PPT%20Template\submit_photo_eng.mp4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4.xml"/><Relationship Id="rId1" Type="http://schemas.openxmlformats.org/officeDocument/2006/relationships/video" Target="file:///C:\Users\acer\Downloads\PPT%20Template\jowai.mp4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xmlns="" id="{FC58EDE2-9C12-4E95-AE15-1944DE2521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2398" y="2708920"/>
            <a:ext cx="11144328" cy="1944216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smtClean="0"/>
              <a:t>Pensioner’s Life Certificate Verification Mobile Application </a:t>
            </a:r>
            <a:endParaRPr lang="en-US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xmlns="" id="{E6DCAC89-5D68-4BB2-9B66-DFA32988EB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cap="none" dirty="0" smtClean="0">
                <a:latin typeface="+mj-lt"/>
              </a:rPr>
              <a:t>Presented by</a:t>
            </a:r>
          </a:p>
          <a:p>
            <a:r>
              <a:rPr lang="en-IN" dirty="0" smtClean="0"/>
              <a:t>DAT </a:t>
            </a:r>
            <a:r>
              <a:rPr lang="en-IN" b="1" dirty="0" smtClean="0">
                <a:latin typeface="Ink Free" pitchFamily="66" charset="0"/>
              </a:rPr>
              <a:t>&amp;</a:t>
            </a:r>
            <a:r>
              <a:rPr lang="en-IN" dirty="0" smtClean="0"/>
              <a:t> NIC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0B2A5452-376D-464E-9B77-487F46B58A20}"/>
              </a:ext>
            </a:extLst>
          </p:cNvPr>
          <p:cNvSpPr txBox="1"/>
          <p:nvPr/>
        </p:nvSpPr>
        <p:spPr>
          <a:xfrm>
            <a:off x="598515" y="749317"/>
            <a:ext cx="64261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 smtClean="0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Finance</a:t>
            </a:r>
            <a:r>
              <a:rPr lang="en-US" sz="4400" b="1" dirty="0" smtClean="0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US" sz="4400" b="1" dirty="0" smtClean="0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Department</a:t>
            </a:r>
          </a:p>
          <a:p>
            <a:pPr algn="ctr"/>
            <a:r>
              <a:rPr lang="en-IN" sz="2800" b="1" dirty="0" smtClean="0">
                <a:solidFill>
                  <a:schemeClr val="bg2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Government of Meghalaya</a:t>
            </a:r>
            <a:endParaRPr lang="en-US" sz="2800" b="1" dirty="0">
              <a:solidFill>
                <a:schemeClr val="bg2">
                  <a:lumMod val="50000"/>
                </a:schemeClr>
              </a:solidFill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63299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Digital life Certificate</a:t>
            </a:r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algn="ctr"/>
            <a:r>
              <a:rPr lang="en-US" dirty="0" smtClean="0"/>
              <a:t>Anywhere, any Time, any place from your Mobile 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B2A56FE4-C890-4B94-95A1-A512A009952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-71438" y="2928934"/>
            <a:ext cx="4452926" cy="1428760"/>
          </a:xfrm>
        </p:spPr>
        <p:txBody>
          <a:bodyPr/>
          <a:lstStyle/>
          <a:p>
            <a:r>
              <a:rPr lang="en-IN" sz="12000" dirty="0" smtClean="0">
                <a:latin typeface="Elephant" pitchFamily="18" charset="0"/>
              </a:rPr>
              <a:t>DLC</a:t>
            </a:r>
            <a:endParaRPr lang="en-US" sz="12000" dirty="0">
              <a:latin typeface="Elephant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2DC42DE-7F41-490E-BFA9-AAF4F8F21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36A72-EF4D-4486-A23C-054FE2E2A8D2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xmlns="" id="{2F5D1206-2658-4D46-9EA0-68C407217B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188669"/>
            <a:ext cx="2743200" cy="365125"/>
          </a:xfrm>
        </p:spPr>
        <p:txBody>
          <a:bodyPr/>
          <a:lstStyle/>
          <a:p>
            <a:r>
              <a:rPr lang="en-US" noProof="1" smtClean="0"/>
              <a:t>24-Nov-2023</a:t>
            </a:r>
            <a:endParaRPr lang="en-US" noProof="1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xmlns="" id="{1D80044F-0AF6-489C-BA16-D8C3AFF4E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188669"/>
            <a:ext cx="4114800" cy="365125"/>
          </a:xfrm>
        </p:spPr>
        <p:txBody>
          <a:bodyPr/>
          <a:lstStyle/>
          <a:p>
            <a:r>
              <a:rPr lang="en-US" noProof="1" smtClean="0"/>
              <a:t>DAT &amp; NIC Meghalaya</a:t>
            </a:r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xmlns="" val="289086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0D29E27F-D56B-46E4-9441-7F127D6DA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1290" y="365125"/>
            <a:ext cx="7572428" cy="563545"/>
          </a:xfrm>
        </p:spPr>
        <p:txBody>
          <a:bodyPr>
            <a:noAutofit/>
          </a:bodyPr>
          <a:lstStyle/>
          <a:p>
            <a:r>
              <a:rPr lang="en-US" noProof="1" smtClean="0"/>
              <a:t>Target Audiance</a:t>
            </a:r>
            <a:endParaRPr lang="en-US" noProof="1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E7130385-8888-4A46-B686-EF482B1F8C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464" y="1071546"/>
            <a:ext cx="11115716" cy="730246"/>
          </a:xfrm>
        </p:spPr>
        <p:txBody>
          <a:bodyPr>
            <a:normAutofit/>
          </a:bodyPr>
          <a:lstStyle/>
          <a:p>
            <a:r>
              <a:rPr lang="en-US" noProof="1" smtClean="0"/>
              <a:t>Any </a:t>
            </a:r>
            <a:r>
              <a:rPr lang="en-US" dirty="0" smtClean="0"/>
              <a:t>Pensioners Drawing Pension from Meghalaya Treasuries</a:t>
            </a:r>
            <a:r>
              <a:rPr lang="en-US" dirty="0" smtClean="0"/>
              <a:t>.</a:t>
            </a:r>
            <a:endParaRPr lang="en-US" noProof="1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xmlns="" id="{DB995F06-6523-4112-9467-D8A4A22F74BE}"/>
              </a:ext>
            </a:extLst>
          </p:cNvPr>
          <p:cNvSpPr/>
          <p:nvPr/>
        </p:nvSpPr>
        <p:spPr>
          <a:xfrm>
            <a:off x="11382412" y="4286256"/>
            <a:ext cx="809588" cy="1214446"/>
          </a:xfrm>
          <a:custGeom>
            <a:avLst/>
            <a:gdLst>
              <a:gd name="connsiteX0" fmla="*/ 2619633 w 3035644"/>
              <a:gd name="connsiteY0" fmla="*/ 0 h 5239266"/>
              <a:gd name="connsiteX1" fmla="*/ 2887476 w 3035644"/>
              <a:gd name="connsiteY1" fmla="*/ 13525 h 5239266"/>
              <a:gd name="connsiteX2" fmla="*/ 3035644 w 3035644"/>
              <a:gd name="connsiteY2" fmla="*/ 36138 h 5239266"/>
              <a:gd name="connsiteX3" fmla="*/ 3035644 w 3035644"/>
              <a:gd name="connsiteY3" fmla="*/ 5203128 h 5239266"/>
              <a:gd name="connsiteX4" fmla="*/ 2887476 w 3035644"/>
              <a:gd name="connsiteY4" fmla="*/ 5225741 h 5239266"/>
              <a:gd name="connsiteX5" fmla="*/ 2619633 w 3035644"/>
              <a:gd name="connsiteY5" fmla="*/ 5239266 h 5239266"/>
              <a:gd name="connsiteX6" fmla="*/ 0 w 3035644"/>
              <a:gd name="connsiteY6" fmla="*/ 2619633 h 5239266"/>
              <a:gd name="connsiteX7" fmla="*/ 2619633 w 3035644"/>
              <a:gd name="connsiteY7" fmla="*/ 0 h 5239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035644" h="5239266">
                <a:moveTo>
                  <a:pt x="2619633" y="0"/>
                </a:moveTo>
                <a:cubicBezTo>
                  <a:pt x="2710057" y="0"/>
                  <a:pt x="2799411" y="4582"/>
                  <a:pt x="2887476" y="13525"/>
                </a:cubicBezTo>
                <a:lnTo>
                  <a:pt x="3035644" y="36138"/>
                </a:lnTo>
                <a:lnTo>
                  <a:pt x="3035644" y="5203128"/>
                </a:lnTo>
                <a:lnTo>
                  <a:pt x="2887476" y="5225741"/>
                </a:lnTo>
                <a:cubicBezTo>
                  <a:pt x="2799411" y="5234685"/>
                  <a:pt x="2710057" y="5239266"/>
                  <a:pt x="2619633" y="5239266"/>
                </a:cubicBezTo>
                <a:cubicBezTo>
                  <a:pt x="1172850" y="5239266"/>
                  <a:pt x="0" y="4066416"/>
                  <a:pt x="0" y="2619633"/>
                </a:cubicBezTo>
                <a:cubicBezTo>
                  <a:pt x="0" y="1172850"/>
                  <a:pt x="1172850" y="0"/>
                  <a:pt x="2619633" y="0"/>
                </a:cubicBezTo>
                <a:close/>
              </a:path>
            </a:pathLst>
          </a:custGeom>
          <a:solidFill>
            <a:srgbClr val="4ACEEF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1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01998131-5978-4D88-AADC-2AA1C4785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36A72-EF4D-4486-A23C-054FE2E2A8D2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xmlns="" id="{74BA5CB2-5523-4E40-A544-0EB7707905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1"/>
            <a:ext cx="2738414" cy="1089529"/>
          </a:xfrm>
        </p:spPr>
        <p:txBody>
          <a:bodyPr/>
          <a:lstStyle/>
          <a:p>
            <a:pPr algn="l"/>
            <a:r>
              <a:rPr lang="en-US" sz="7200" noProof="1" smtClean="0"/>
              <a:t>DLC</a:t>
            </a:r>
            <a:endParaRPr lang="en-US" sz="9000" noProof="1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5F6324A9-8996-0B36-3BE6-1D2E65E77DFF}"/>
              </a:ext>
            </a:extLst>
          </p:cNvPr>
          <p:cNvSpPr/>
          <p:nvPr/>
        </p:nvSpPr>
        <p:spPr>
          <a:xfrm>
            <a:off x="238084" y="3810453"/>
            <a:ext cx="11091079" cy="219031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50800">
              <a:buClr>
                <a:schemeClr val="tx2"/>
              </a:buClr>
            </a:pPr>
            <a:r>
              <a:rPr lang="en-US" sz="2000" b="1" dirty="0" smtClean="0">
                <a:solidFill>
                  <a:schemeClr val="tx1"/>
                </a:solidFill>
              </a:rPr>
              <a:t>The privacy policy : </a:t>
            </a:r>
            <a:r>
              <a:rPr lang="en-US" sz="2000" b="1" dirty="0" smtClean="0">
                <a:solidFill>
                  <a:schemeClr val="tx1"/>
                </a:solidFill>
                <a:hlinkClick r:id="rId3"/>
              </a:rPr>
              <a:t>https://meghalaya.gov.in/sites/default/files/documents/Privacy_Policy_MeghalayaMobileApps.pdf</a:t>
            </a:r>
            <a:r>
              <a:rPr lang="en-US" sz="2000" b="1" dirty="0" smtClean="0">
                <a:solidFill>
                  <a:schemeClr val="tx1"/>
                </a:solidFill>
              </a:rPr>
              <a:t>. </a:t>
            </a:r>
          </a:p>
          <a:p>
            <a:pPr marR="50800">
              <a:buClr>
                <a:schemeClr val="tx2"/>
              </a:buClr>
              <a:buNone/>
            </a:pPr>
            <a:endParaRPr lang="en-US" sz="2000" b="1" dirty="0" smtClean="0">
              <a:solidFill>
                <a:schemeClr val="tx1"/>
              </a:solidFill>
            </a:endParaRPr>
          </a:p>
          <a:p>
            <a:pPr marR="50800" algn="just">
              <a:buClr>
                <a:schemeClr val="tx2">
                  <a:lumMod val="75000"/>
                </a:schemeClr>
              </a:buClr>
            </a:pPr>
            <a:r>
              <a:rPr lang="en-US" sz="2000" dirty="0" smtClean="0">
                <a:solidFill>
                  <a:schemeClr val="tx1"/>
                </a:solidFill>
              </a:rPr>
              <a:t>A smart phone should have a front camera. With </a:t>
            </a:r>
            <a:r>
              <a:rPr lang="en-IN" sz="2000" dirty="0" smtClean="0">
                <a:solidFill>
                  <a:schemeClr val="tx1"/>
                </a:solidFill>
              </a:rPr>
              <a:t>Resolution</a:t>
            </a:r>
            <a:r>
              <a:rPr lang="en-IN" sz="2000" b="1" dirty="0" smtClean="0">
                <a:solidFill>
                  <a:schemeClr val="tx1"/>
                </a:solidFill>
              </a:rPr>
              <a:t> </a:t>
            </a:r>
            <a:r>
              <a:rPr lang="en-US" sz="2000" dirty="0" smtClean="0">
                <a:solidFill>
                  <a:schemeClr val="tx1"/>
                </a:solidFill>
              </a:rPr>
              <a:t>&gt; </a:t>
            </a:r>
            <a:r>
              <a:rPr lang="en-US" sz="2000" dirty="0" smtClean="0">
                <a:solidFill>
                  <a:schemeClr val="tx1"/>
                </a:solidFill>
              </a:rPr>
              <a:t>2 </a:t>
            </a:r>
            <a:r>
              <a:rPr lang="en-IN" sz="2000" dirty="0" smtClean="0">
                <a:solidFill>
                  <a:schemeClr val="tx1"/>
                </a:solidFill>
              </a:rPr>
              <a:t>MP.</a:t>
            </a:r>
            <a:r>
              <a:rPr lang="en-US" sz="2000" b="1" dirty="0" smtClean="0">
                <a:solidFill>
                  <a:schemeClr val="tx1"/>
                </a:solidFill>
              </a:rPr>
              <a:t> (Android version &gt; 5.0 and </a:t>
            </a:r>
            <a:r>
              <a:rPr lang="en-US" sz="2000" b="1" dirty="0" err="1" smtClean="0">
                <a:solidFill>
                  <a:schemeClr val="tx1"/>
                </a:solidFill>
              </a:rPr>
              <a:t>ioS</a:t>
            </a:r>
            <a:r>
              <a:rPr lang="en-US" sz="2000" b="1" dirty="0" smtClean="0">
                <a:solidFill>
                  <a:schemeClr val="tx1"/>
                </a:solidFill>
              </a:rPr>
              <a:t> version &gt; 10.0)</a:t>
            </a:r>
          </a:p>
          <a:p>
            <a:pPr marR="50800" lvl="0" algn="just">
              <a:buClr>
                <a:schemeClr val="tx2">
                  <a:lumMod val="75000"/>
                </a:schemeClr>
              </a:buClr>
            </a:pPr>
            <a:r>
              <a:rPr lang="en-US" sz="2000" dirty="0" smtClean="0">
                <a:solidFill>
                  <a:schemeClr val="tx1"/>
                </a:solidFill>
              </a:rPr>
              <a:t>An internet connection.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3" name="Title 4">
            <a:extLst>
              <a:ext uri="{FF2B5EF4-FFF2-40B4-BE49-F238E27FC236}">
                <a16:creationId xmlns:a16="http://schemas.microsoft.com/office/drawing/2014/main" xmlns="" id="{0D29E27F-D56B-46E4-9441-7F127D6DA63D}"/>
              </a:ext>
            </a:extLst>
          </p:cNvPr>
          <p:cNvSpPr txBox="1">
            <a:spLocks/>
          </p:cNvSpPr>
          <p:nvPr/>
        </p:nvSpPr>
        <p:spPr>
          <a:xfrm>
            <a:off x="2952728" y="1936761"/>
            <a:ext cx="7572428" cy="5635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all" spc="0" normalizeH="0" baseline="0" noProof="1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How to get this app</a:t>
            </a:r>
            <a:endParaRPr kumimoji="0" lang="en-US" sz="4400" b="1" i="0" u="none" strike="noStrike" kern="1200" cap="all" spc="0" normalizeH="0" baseline="0" noProof="1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j-ea"/>
              <a:cs typeface="+mj-cs"/>
            </a:endParaRPr>
          </a:p>
        </p:txBody>
      </p:sp>
      <p:pic>
        <p:nvPicPr>
          <p:cNvPr id="14" name="Picture 13">
            <a:hlinkClick r:id="rId4"/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117891" y="2587076"/>
            <a:ext cx="3312000" cy="97548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15" name="Picture 14">
            <a:hlinkClick r:id="rId6"/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122623" y="2571744"/>
            <a:ext cx="3312000" cy="101472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16" name="Date Placeholder 7">
            <a:extLst>
              <a:ext uri="{FF2B5EF4-FFF2-40B4-BE49-F238E27FC236}">
                <a16:creationId xmlns:a16="http://schemas.microsoft.com/office/drawing/2014/main" xmlns="" id="{2F5D1206-2658-4D46-9EA0-68C407217B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188669"/>
            <a:ext cx="2743200" cy="365125"/>
          </a:xfrm>
        </p:spPr>
        <p:txBody>
          <a:bodyPr/>
          <a:lstStyle/>
          <a:p>
            <a:r>
              <a:rPr lang="en-US" noProof="1" smtClean="0"/>
              <a:t>24-Nov-2023</a:t>
            </a:r>
            <a:endParaRPr lang="en-US" noProof="1"/>
          </a:p>
        </p:txBody>
      </p:sp>
      <p:sp>
        <p:nvSpPr>
          <p:cNvPr id="17" name="Footer Placeholder 8">
            <a:extLst>
              <a:ext uri="{FF2B5EF4-FFF2-40B4-BE49-F238E27FC236}">
                <a16:creationId xmlns:a16="http://schemas.microsoft.com/office/drawing/2014/main" xmlns="" id="{1D80044F-0AF6-489C-BA16-D8C3AFF4E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188669"/>
            <a:ext cx="4114800" cy="365125"/>
          </a:xfrm>
        </p:spPr>
        <p:txBody>
          <a:bodyPr/>
          <a:lstStyle/>
          <a:p>
            <a:r>
              <a:rPr lang="en-US" noProof="1" smtClean="0"/>
              <a:t>DAT &amp; NIC Meghalaya</a:t>
            </a:r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xmlns="" val="3660691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0D29E27F-D56B-46E4-9441-7F127D6DA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noProof="1" smtClean="0"/>
              <a:t>Pensioners gudelines </a:t>
            </a:r>
            <a:br>
              <a:rPr lang="en-US" noProof="1" smtClean="0"/>
            </a:br>
            <a:r>
              <a:rPr lang="en-US" noProof="1" smtClean="0"/>
              <a:t>for using the mobile app</a:t>
            </a:r>
            <a:endParaRPr lang="en-US" noProof="1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xmlns="" id="{2F5D1206-2658-4D46-9EA0-68C407217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1" smtClean="0"/>
              <a:t>24-Nov-2023</a:t>
            </a:r>
            <a:endParaRPr lang="en-US" noProof="1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xmlns="" id="{1D80044F-0AF6-489C-BA16-D8C3AFF4E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1" smtClean="0"/>
              <a:t>DAT &amp; NIC Meghalaya</a:t>
            </a:r>
            <a:endParaRPr lang="en-US" noProof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899A3D45-71FF-4D41-80B7-3CA0C21E6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36A72-EF4D-4486-A23C-054FE2E2A8D2}" type="slidenum">
              <a:rPr lang="en-US" smtClean="0"/>
              <a:pPr/>
              <a:t>4</a:t>
            </a:fld>
            <a:endParaRPr lang="en-US"/>
          </a:p>
        </p:txBody>
      </p:sp>
      <p:graphicFrame>
        <p:nvGraphicFramePr>
          <p:cNvPr id="22" name="Diagram 21"/>
          <p:cNvGraphicFramePr/>
          <p:nvPr>
            <p:extLst>
              <p:ext uri="{D42A27DB-BD31-4B8C-83A1-F6EECF244321}">
                <p14:modId xmlns:p14="http://schemas.microsoft.com/office/powerpoint/2010/main" xmlns="" val="4146948600"/>
              </p:ext>
            </p:extLst>
          </p:nvPr>
        </p:nvGraphicFramePr>
        <p:xfrm>
          <a:off x="238084" y="1952310"/>
          <a:ext cx="11953916" cy="43342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4" name="Chevron 23"/>
          <p:cNvSpPr/>
          <p:nvPr/>
        </p:nvSpPr>
        <p:spPr>
          <a:xfrm>
            <a:off x="2452662" y="2832575"/>
            <a:ext cx="624820" cy="1192850"/>
          </a:xfrm>
          <a:prstGeom prst="chevron">
            <a:avLst>
              <a:gd name="adj" fmla="val 62310"/>
            </a:avLst>
          </a:pr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hueOff val="0"/>
              <a:satOff val="0"/>
              <a:lumOff val="0"/>
              <a:alphaOff val="0"/>
            </a:schemeClr>
          </a:fillRef>
          <a:effectRef idx="2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5" name="Chevron 24"/>
          <p:cNvSpPr/>
          <p:nvPr/>
        </p:nvSpPr>
        <p:spPr>
          <a:xfrm>
            <a:off x="4899676" y="2832575"/>
            <a:ext cx="624820" cy="1192850"/>
          </a:xfrm>
          <a:prstGeom prst="chevron">
            <a:avLst>
              <a:gd name="adj" fmla="val 62310"/>
            </a:avLst>
          </a:pr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3">
              <a:hueOff val="0"/>
              <a:satOff val="0"/>
              <a:lumOff val="0"/>
              <a:alphaOff val="0"/>
            </a:schemeClr>
          </a:fillRef>
          <a:effectRef idx="2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6" name="Chevron 25"/>
          <p:cNvSpPr/>
          <p:nvPr/>
        </p:nvSpPr>
        <p:spPr>
          <a:xfrm>
            <a:off x="7185692" y="2832575"/>
            <a:ext cx="624820" cy="1192850"/>
          </a:xfrm>
          <a:prstGeom prst="chevron">
            <a:avLst>
              <a:gd name="adj" fmla="val 62310"/>
            </a:avLst>
          </a:pr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4">
              <a:hueOff val="0"/>
              <a:satOff val="0"/>
              <a:lumOff val="0"/>
              <a:alphaOff val="0"/>
            </a:schemeClr>
          </a:fillRef>
          <a:effectRef idx="2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7" name="Chevron 26"/>
          <p:cNvSpPr/>
          <p:nvPr/>
        </p:nvSpPr>
        <p:spPr>
          <a:xfrm>
            <a:off x="9543146" y="2832575"/>
            <a:ext cx="624820" cy="1192850"/>
          </a:xfrm>
          <a:prstGeom prst="chevron">
            <a:avLst>
              <a:gd name="adj" fmla="val 62310"/>
            </a:avLst>
          </a:pr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5">
              <a:hueOff val="0"/>
              <a:satOff val="0"/>
              <a:lumOff val="0"/>
              <a:alphaOff val="0"/>
            </a:schemeClr>
          </a:fillRef>
          <a:effectRef idx="2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xmlns="" id="{74BA5CB2-5523-4E40-A544-0EB7707905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1"/>
            <a:ext cx="2738414" cy="1089529"/>
          </a:xfrm>
        </p:spPr>
        <p:txBody>
          <a:bodyPr/>
          <a:lstStyle/>
          <a:p>
            <a:pPr algn="l"/>
            <a:r>
              <a:rPr lang="en-US" sz="7200" noProof="1" smtClean="0"/>
              <a:t>DLC</a:t>
            </a:r>
            <a:endParaRPr lang="en-US" sz="9000" noProof="1"/>
          </a:p>
        </p:txBody>
      </p:sp>
    </p:spTree>
    <p:extLst>
      <p:ext uri="{BB962C8B-B14F-4D97-AF65-F5344CB8AC3E}">
        <p14:creationId xmlns:p14="http://schemas.microsoft.com/office/powerpoint/2010/main" xmlns="" val="239444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0D29E27F-D56B-46E4-9441-7F127D6DA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 smtClean="0">
                <a:solidFill>
                  <a:schemeClr val="bg1"/>
                </a:solidFill>
              </a:rPr>
              <a:t>PENSIONER’S Digital LIFE CERTIFICATE VERIFICATION SYSTEM</a:t>
            </a:r>
            <a:endParaRPr lang="en-US" sz="4000" noProof="1">
              <a:solidFill>
                <a:schemeClr val="bg1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E7130385-8888-4A46-B686-EF482B1F8C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46" y="1928802"/>
            <a:ext cx="4429156" cy="2786082"/>
          </a:xfrm>
        </p:spPr>
        <p:txBody>
          <a:bodyPr>
            <a:normAutofit/>
          </a:bodyPr>
          <a:lstStyle/>
          <a:p>
            <a:endParaRPr lang="en-US" sz="2400" noProof="1" smtClean="0"/>
          </a:p>
          <a:p>
            <a:pPr>
              <a:buFont typeface="Wingdings" pitchFamily="2" charset="2"/>
              <a:buChar char="ü"/>
            </a:pPr>
            <a:r>
              <a:rPr lang="en-US" noProof="1" smtClean="0"/>
              <a:t> </a:t>
            </a:r>
            <a:r>
              <a:rPr lang="en-US" sz="2400" noProof="1" smtClean="0"/>
              <a:t>Aims</a:t>
            </a:r>
            <a:r>
              <a:rPr lang="en-US" noProof="1" smtClean="0"/>
              <a:t> </a:t>
            </a:r>
          </a:p>
          <a:p>
            <a:pPr>
              <a:buFont typeface="Wingdings" pitchFamily="2" charset="2"/>
              <a:buChar char="ü"/>
            </a:pPr>
            <a:r>
              <a:rPr lang="en-US" sz="2400" noProof="1" smtClean="0"/>
              <a:t>Objective</a:t>
            </a:r>
          </a:p>
          <a:p>
            <a:pPr>
              <a:buFont typeface="Wingdings" pitchFamily="2" charset="2"/>
              <a:buChar char="ü"/>
            </a:pPr>
            <a:r>
              <a:rPr lang="en-US" sz="2400" noProof="1" smtClean="0"/>
              <a:t>goal of the solution</a:t>
            </a:r>
            <a:endParaRPr lang="en-US" sz="2400" noProof="1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xmlns="" id="{1D80044F-0AF6-489C-BA16-D8C3AFF4E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1"/>
              <a:t>Your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07795531-C87C-4E0C-AD7B-1163A36C4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36A72-EF4D-4486-A23C-054FE2E2A8D2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31757D5C-EED3-4E6C-B611-AE2A71C7537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20449" r="-122"/>
          <a:stretch/>
        </p:blipFill>
        <p:spPr>
          <a:xfrm>
            <a:off x="3780209" y="1785926"/>
            <a:ext cx="8245145" cy="4929198"/>
          </a:xfrm>
          <a:prstGeom prst="rect">
            <a:avLst/>
          </a:prstGeom>
          <a:solidFill>
            <a:srgbClr val="FFFFFF">
              <a:shade val="85000"/>
            </a:srgbClr>
          </a:solidFill>
          <a:ln w="101600" cap="sq">
            <a:solidFill>
              <a:srgbClr val="FDFDFD"/>
            </a:solidFill>
            <a:miter lim="800000"/>
          </a:ln>
          <a:effectLst>
            <a:outerShdw blurRad="57150" dist="37500" dir="7560000" sy="98000" kx="110000" ky="200000" algn="tl" rotWithShape="0">
              <a:srgbClr val="000000">
                <a:alpha val="20000"/>
              </a:srgbClr>
            </a:outerShdw>
          </a:effectLst>
        </p:spPr>
      </p:pic>
      <p:sp>
        <p:nvSpPr>
          <p:cNvPr id="12" name="Text Placeholder 2">
            <a:extLst>
              <a:ext uri="{FF2B5EF4-FFF2-40B4-BE49-F238E27FC236}">
                <a16:creationId xmlns:a16="http://schemas.microsoft.com/office/drawing/2014/main" xmlns="" id="{74BA5CB2-5523-4E40-A544-0EB7707905DB}"/>
              </a:ext>
            </a:extLst>
          </p:cNvPr>
          <p:cNvSpPr txBox="1">
            <a:spLocks/>
          </p:cNvSpPr>
          <p:nvPr/>
        </p:nvSpPr>
        <p:spPr>
          <a:xfrm>
            <a:off x="0" y="4643446"/>
            <a:ext cx="2738414" cy="1089529"/>
          </a:xfrm>
          <a:prstGeom prst="rect">
            <a:avLst/>
          </a:prstGeom>
        </p:spPr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7200" b="0" i="0" u="none" strike="noStrike" kern="1200" cap="none" spc="0" normalizeH="0" baseline="0" noProof="1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Black" pitchFamily="34" charset="0"/>
              </a:rPr>
              <a:t>DLC</a:t>
            </a:r>
            <a:endParaRPr kumimoji="0" lang="en-US" sz="9000" b="0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647294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0D29E27F-D56B-46E4-9441-7F127D6DA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noProof="1" smtClean="0"/>
              <a:t>Pensioners Registration</a:t>
            </a:r>
            <a:endParaRPr lang="en-US" noProof="1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xmlns="" id="{2F5D1206-2658-4D46-9EA0-68C407217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1" smtClean="0"/>
              <a:t>24-Nov-2023</a:t>
            </a:r>
            <a:endParaRPr lang="en-US" noProof="1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xmlns="" id="{1D80044F-0AF6-489C-BA16-D8C3AFF4E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1" smtClean="0"/>
              <a:t>DAT &amp; NIC Meghalaya</a:t>
            </a:r>
            <a:endParaRPr lang="en-US" noProof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899A3D45-71FF-4D41-80B7-3CA0C21E6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36A72-EF4D-4486-A23C-054FE2E2A8D2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xmlns="" id="{74BA5CB2-5523-4E40-A544-0EB7707905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1"/>
            <a:ext cx="2738414" cy="1089529"/>
          </a:xfrm>
        </p:spPr>
        <p:txBody>
          <a:bodyPr/>
          <a:lstStyle/>
          <a:p>
            <a:pPr algn="l"/>
            <a:r>
              <a:rPr lang="en-US" sz="7200" noProof="1" smtClean="0"/>
              <a:t>DLC</a:t>
            </a:r>
            <a:endParaRPr lang="en-US" sz="9000" noProof="1"/>
          </a:p>
        </p:txBody>
      </p:sp>
      <p:pic>
        <p:nvPicPr>
          <p:cNvPr id="12" name="register_eng.mp4">
            <a:hlinkClick r:id="" action="ppaction://media"/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2024034" y="1629487"/>
            <a:ext cx="9215502" cy="4393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39444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36A72-EF4D-4486-A23C-054FE2E2A8D2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xmlns="" id="{0D29E27F-D56B-46E4-9441-7F127D6DA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5600" y="365125"/>
            <a:ext cx="8858200" cy="1135049"/>
          </a:xfrm>
        </p:spPr>
        <p:txBody>
          <a:bodyPr>
            <a:noAutofit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HOW TO SUBMIT PHOTO/LIFE CERTIFICATE?</a:t>
            </a:r>
            <a:endParaRPr lang="en-US" noProof="1">
              <a:solidFill>
                <a:schemeClr val="tx1"/>
              </a:solidFill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xmlns="" id="{74BA5CB2-5523-4E40-A544-0EB7707905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1"/>
            <a:ext cx="2738414" cy="1089529"/>
          </a:xfrm>
        </p:spPr>
        <p:txBody>
          <a:bodyPr/>
          <a:lstStyle/>
          <a:p>
            <a:pPr algn="l"/>
            <a:r>
              <a:rPr lang="en-US" sz="7200" noProof="1" smtClean="0"/>
              <a:t>DLC</a:t>
            </a:r>
            <a:endParaRPr lang="en-US" sz="9000" noProof="1"/>
          </a:p>
        </p:txBody>
      </p:sp>
      <p:pic>
        <p:nvPicPr>
          <p:cNvPr id="10" name="submit_photo_eng.mp4">
            <a:hlinkClick r:id="" action="ppaction://media"/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024034" y="1643050"/>
            <a:ext cx="9215502" cy="4357718"/>
          </a:xfrm>
          <a:prstGeom prst="rect">
            <a:avLst/>
          </a:prstGeom>
        </p:spPr>
      </p:pic>
      <p:sp>
        <p:nvSpPr>
          <p:cNvPr id="11" name="Date Placeholder 7">
            <a:extLst>
              <a:ext uri="{FF2B5EF4-FFF2-40B4-BE49-F238E27FC236}">
                <a16:creationId xmlns:a16="http://schemas.microsoft.com/office/drawing/2014/main" xmlns="" id="{2F5D1206-2658-4D46-9EA0-68C407217B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188669"/>
            <a:ext cx="2743200" cy="365125"/>
          </a:xfrm>
        </p:spPr>
        <p:txBody>
          <a:bodyPr/>
          <a:lstStyle/>
          <a:p>
            <a:r>
              <a:rPr lang="en-US" noProof="1" smtClean="0"/>
              <a:t>24-Nov-2023</a:t>
            </a:r>
            <a:endParaRPr lang="en-US" noProof="1"/>
          </a:p>
        </p:txBody>
      </p:sp>
      <p:sp>
        <p:nvSpPr>
          <p:cNvPr id="12" name="Footer Placeholder 8">
            <a:extLst>
              <a:ext uri="{FF2B5EF4-FFF2-40B4-BE49-F238E27FC236}">
                <a16:creationId xmlns:a16="http://schemas.microsoft.com/office/drawing/2014/main" xmlns="" id="{1D80044F-0AF6-489C-BA16-D8C3AFF4E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188669"/>
            <a:ext cx="4114800" cy="365125"/>
          </a:xfrm>
        </p:spPr>
        <p:txBody>
          <a:bodyPr/>
          <a:lstStyle/>
          <a:p>
            <a:r>
              <a:rPr lang="en-US" noProof="1" smtClean="0"/>
              <a:t>DAT &amp; NIC Meghalaya</a:t>
            </a:r>
            <a:endParaRPr lang="en-US" noProof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Sustainability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36A72-EF4D-4486-A23C-054FE2E2A8D2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="" xmlns:a16="http://schemas.microsoft.com/office/drawing/2014/main" id="{389C68D6-C23C-49A9-BC10-A83DA2CD8C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7364"/>
            <a:ext cx="10515600" cy="3888432"/>
          </a:xfrm>
        </p:spPr>
        <p:txBody>
          <a:bodyPr>
            <a:normAutofit/>
          </a:bodyPr>
          <a:lstStyle/>
          <a:p>
            <a:pPr marR="50800" lvl="0" algn="just">
              <a:buClr>
                <a:schemeClr val="tx2">
                  <a:lumMod val="75000"/>
                </a:schemeClr>
              </a:buClr>
            </a:pPr>
            <a:r>
              <a:rPr lang="en-US" dirty="0">
                <a:solidFill>
                  <a:schemeClr val="tx1"/>
                </a:solidFill>
              </a:rPr>
              <a:t>The application satisfies the following </a:t>
            </a:r>
            <a:r>
              <a:rPr lang="en-US" b="1" dirty="0">
                <a:solidFill>
                  <a:schemeClr val="tx1"/>
                </a:solidFill>
              </a:rPr>
              <a:t>UN-highlighted Sustainable Development Goals (SDGs)</a:t>
            </a:r>
            <a:r>
              <a:rPr lang="en-US" dirty="0">
                <a:solidFill>
                  <a:schemeClr val="tx1"/>
                </a:solidFill>
              </a:rPr>
              <a:t> since </a:t>
            </a:r>
            <a:r>
              <a:rPr lang="en-US" dirty="0" smtClean="0">
                <a:solidFill>
                  <a:schemeClr val="tx1"/>
                </a:solidFill>
              </a:rPr>
              <a:t>the Pension </a:t>
            </a:r>
            <a:r>
              <a:rPr lang="en-US" dirty="0">
                <a:solidFill>
                  <a:schemeClr val="tx1"/>
                </a:solidFill>
              </a:rPr>
              <a:t>Disbursing </a:t>
            </a:r>
            <a:r>
              <a:rPr lang="en-US" dirty="0" smtClean="0">
                <a:solidFill>
                  <a:schemeClr val="tx1"/>
                </a:solidFill>
              </a:rPr>
              <a:t>Authorities make  pension payment to the </a:t>
            </a:r>
            <a:r>
              <a:rPr lang="en-US" dirty="0">
                <a:solidFill>
                  <a:schemeClr val="tx1"/>
                </a:solidFill>
              </a:rPr>
              <a:t>elderly pensioners</a:t>
            </a:r>
            <a:r>
              <a:rPr lang="en-US" dirty="0" smtClean="0">
                <a:solidFill>
                  <a:schemeClr val="tx1"/>
                </a:solidFill>
              </a:rPr>
              <a:t>:</a:t>
            </a:r>
          </a:p>
          <a:p>
            <a:pPr marR="50800" lvl="1" algn="just">
              <a:buClr>
                <a:schemeClr val="tx2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en-US" b="1" dirty="0"/>
              <a:t>Goal </a:t>
            </a:r>
            <a:r>
              <a:rPr lang="en-US" b="1" dirty="0" smtClean="0"/>
              <a:t>5	:  </a:t>
            </a:r>
            <a:r>
              <a:rPr lang="en-US" dirty="0" smtClean="0"/>
              <a:t>Achieve Gender Equality and Empower all women and girls</a:t>
            </a:r>
            <a:r>
              <a:rPr lang="en-IN" dirty="0" smtClean="0"/>
              <a:t> </a:t>
            </a:r>
            <a:endParaRPr lang="en-IN" dirty="0"/>
          </a:p>
          <a:p>
            <a:pPr marR="50800" lvl="1" algn="just">
              <a:buClr>
                <a:schemeClr val="tx2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en-US" b="1" dirty="0"/>
              <a:t>Goal </a:t>
            </a:r>
            <a:r>
              <a:rPr lang="en-US" b="1" dirty="0" smtClean="0"/>
              <a:t>10	: </a:t>
            </a:r>
            <a:r>
              <a:rPr lang="en-US" dirty="0"/>
              <a:t> </a:t>
            </a:r>
            <a:r>
              <a:rPr lang="en-US" dirty="0" smtClean="0"/>
              <a:t>Reduce inequality within and among countries.</a:t>
            </a:r>
          </a:p>
          <a:p>
            <a:pPr marR="50800" algn="just">
              <a:buClr>
                <a:schemeClr val="tx2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</a:rPr>
              <a:t>The most recent </a:t>
            </a:r>
            <a:r>
              <a:rPr lang="en-US" dirty="0" smtClean="0">
                <a:solidFill>
                  <a:schemeClr val="tx1"/>
                </a:solidFill>
              </a:rPr>
              <a:t>and sustainable technologies </a:t>
            </a:r>
            <a:r>
              <a:rPr lang="en-US" dirty="0">
                <a:solidFill>
                  <a:schemeClr val="tx1"/>
                </a:solidFill>
              </a:rPr>
              <a:t>were also used in the app's development, which made </a:t>
            </a:r>
            <a:r>
              <a:rPr lang="en-US" dirty="0" smtClean="0">
                <a:solidFill>
                  <a:schemeClr val="tx1"/>
                </a:solidFill>
              </a:rPr>
              <a:t>app’s maintenance </a:t>
            </a:r>
            <a:r>
              <a:rPr lang="en-US" dirty="0">
                <a:solidFill>
                  <a:schemeClr val="tx1"/>
                </a:solidFill>
              </a:rPr>
              <a:t>easier</a:t>
            </a:r>
            <a:r>
              <a:rPr lang="en-US" dirty="0" smtClean="0">
                <a:solidFill>
                  <a:schemeClr val="tx1"/>
                </a:solidFill>
              </a:rPr>
              <a:t>.</a:t>
            </a:r>
          </a:p>
          <a:p>
            <a:pPr marR="50800" algn="just">
              <a:buClr>
                <a:schemeClr val="tx2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n-US" dirty="0" smtClean="0">
                <a:solidFill>
                  <a:schemeClr val="tx1"/>
                </a:solidFill>
              </a:rPr>
              <a:t>The </a:t>
            </a:r>
            <a:r>
              <a:rPr lang="en-US" dirty="0">
                <a:solidFill>
                  <a:schemeClr val="tx1"/>
                </a:solidFill>
              </a:rPr>
              <a:t>application’s backend is being deployed </a:t>
            </a:r>
            <a:r>
              <a:rPr lang="en-US" dirty="0" smtClean="0">
                <a:solidFill>
                  <a:schemeClr val="tx1"/>
                </a:solidFill>
              </a:rPr>
              <a:t>at </a:t>
            </a:r>
            <a:r>
              <a:rPr lang="en-US" dirty="0">
                <a:solidFill>
                  <a:schemeClr val="tx1"/>
                </a:solidFill>
              </a:rPr>
              <a:t>NIC’s Data </a:t>
            </a:r>
            <a:r>
              <a:rPr lang="en-US" dirty="0" smtClean="0">
                <a:solidFill>
                  <a:schemeClr val="tx1"/>
                </a:solidFill>
              </a:rPr>
              <a:t>Centre which also simplified the maintenance process.</a:t>
            </a:r>
            <a:endParaRPr lang="en-IN" dirty="0">
              <a:solidFill>
                <a:schemeClr val="tx1"/>
              </a:solidFill>
            </a:endParaRPr>
          </a:p>
          <a:p>
            <a:pPr marR="50800" lvl="1" algn="just">
              <a:buClr>
                <a:schemeClr val="tx2">
                  <a:lumMod val="75000"/>
                </a:schemeClr>
              </a:buClr>
              <a:buFont typeface="Wingdings" panose="05000000000000000000" pitchFamily="2" charset="2"/>
              <a:buChar char="v"/>
            </a:pPr>
            <a:endParaRPr lang="en-US" dirty="0" smtClean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xmlns="" id="{74BA5CB2-5523-4E40-A544-0EB7707905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1"/>
            <a:ext cx="2738414" cy="1089529"/>
          </a:xfrm>
        </p:spPr>
        <p:txBody>
          <a:bodyPr/>
          <a:lstStyle/>
          <a:p>
            <a:pPr algn="l"/>
            <a:r>
              <a:rPr lang="en-US" sz="7200" noProof="1" smtClean="0"/>
              <a:t>DLC</a:t>
            </a:r>
            <a:endParaRPr lang="en-US" sz="9000" noProof="1"/>
          </a:p>
        </p:txBody>
      </p:sp>
      <p:sp>
        <p:nvSpPr>
          <p:cNvPr id="10" name="Date Placeholder 7">
            <a:extLst>
              <a:ext uri="{FF2B5EF4-FFF2-40B4-BE49-F238E27FC236}">
                <a16:creationId xmlns:a16="http://schemas.microsoft.com/office/drawing/2014/main" xmlns="" id="{2F5D1206-2658-4D46-9EA0-68C407217B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188669"/>
            <a:ext cx="2743200" cy="365125"/>
          </a:xfrm>
        </p:spPr>
        <p:txBody>
          <a:bodyPr/>
          <a:lstStyle/>
          <a:p>
            <a:r>
              <a:rPr lang="en-US" noProof="1" smtClean="0"/>
              <a:t>24-Nov-2023</a:t>
            </a:r>
            <a:endParaRPr lang="en-US" noProof="1"/>
          </a:p>
        </p:txBody>
      </p:sp>
      <p:sp>
        <p:nvSpPr>
          <p:cNvPr id="11" name="Footer Placeholder 8">
            <a:extLst>
              <a:ext uri="{FF2B5EF4-FFF2-40B4-BE49-F238E27FC236}">
                <a16:creationId xmlns:a16="http://schemas.microsoft.com/office/drawing/2014/main" xmlns="" id="{1D80044F-0AF6-489C-BA16-D8C3AFF4E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188669"/>
            <a:ext cx="4114800" cy="365125"/>
          </a:xfrm>
        </p:spPr>
        <p:txBody>
          <a:bodyPr/>
          <a:lstStyle/>
          <a:p>
            <a:r>
              <a:rPr lang="en-US" noProof="1" smtClean="0"/>
              <a:t>DAT &amp; NIC Meghalaya</a:t>
            </a:r>
            <a:endParaRPr lang="en-US" noProof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36A72-EF4D-4486-A23C-054FE2E2A8D2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xmlns="" id="{0D29E27F-D56B-46E4-9441-7F127D6DA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5600" y="365125"/>
            <a:ext cx="8858200" cy="706421"/>
          </a:xfrm>
        </p:spPr>
        <p:txBody>
          <a:bodyPr>
            <a:noAutofit/>
          </a:bodyPr>
          <a:lstStyle/>
          <a:p>
            <a:r>
              <a:rPr lang="en-US" dirty="0" smtClean="0"/>
              <a:t>statistics</a:t>
            </a:r>
            <a:endParaRPr lang="en-US" noProof="1">
              <a:solidFill>
                <a:schemeClr val="tx1"/>
              </a:solidFill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xmlns="" id="{74BA5CB2-5523-4E40-A544-0EB7707905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1"/>
            <a:ext cx="2738414" cy="1089529"/>
          </a:xfrm>
        </p:spPr>
        <p:txBody>
          <a:bodyPr/>
          <a:lstStyle/>
          <a:p>
            <a:pPr algn="l"/>
            <a:r>
              <a:rPr lang="en-US" sz="7200" noProof="1" smtClean="0"/>
              <a:t>DLC</a:t>
            </a:r>
            <a:endParaRPr lang="en-US" sz="9000" noProof="1"/>
          </a:p>
        </p:txBody>
      </p:sp>
      <p:sp>
        <p:nvSpPr>
          <p:cNvPr id="7" name="Content Placeholder 2">
            <a:extLst>
              <a:ext uri="{FF2B5EF4-FFF2-40B4-BE49-F238E27FC236}">
                <a16:creationId xmlns="" xmlns:a16="http://schemas.microsoft.com/office/drawing/2014/main" id="{389C68D6-C23C-49A9-BC10-A83DA2CD8C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960" y="1142984"/>
            <a:ext cx="11291552" cy="1691010"/>
          </a:xfrm>
        </p:spPr>
        <p:txBody>
          <a:bodyPr>
            <a:normAutofit/>
          </a:bodyPr>
          <a:lstStyle/>
          <a:p>
            <a:pPr marR="50800" lvl="0" algn="just">
              <a:buClr>
                <a:schemeClr val="tx2">
                  <a:lumMod val="75000"/>
                </a:schemeClr>
              </a:buClr>
              <a:buNone/>
            </a:pPr>
            <a:r>
              <a:rPr lang="en-US" sz="3200" dirty="0">
                <a:solidFill>
                  <a:schemeClr val="tx1"/>
                </a:solidFill>
              </a:rPr>
              <a:t>T</a:t>
            </a:r>
            <a:r>
              <a:rPr lang="en-IN" sz="3200" dirty="0">
                <a:solidFill>
                  <a:schemeClr val="tx1"/>
                </a:solidFill>
              </a:rPr>
              <a:t>he app was officially launched on the </a:t>
            </a:r>
            <a:endParaRPr lang="en-IN" sz="3200" dirty="0" smtClean="0">
              <a:solidFill>
                <a:schemeClr val="tx1"/>
              </a:solidFill>
            </a:endParaRPr>
          </a:p>
          <a:p>
            <a:pPr marR="50800" lvl="0" algn="just">
              <a:buClr>
                <a:schemeClr val="tx2">
                  <a:lumMod val="75000"/>
                </a:schemeClr>
              </a:buClr>
              <a:buNone/>
            </a:pPr>
            <a:r>
              <a:rPr lang="en-IN" sz="3200" b="1" dirty="0" smtClean="0">
                <a:solidFill>
                  <a:schemeClr val="tx1"/>
                </a:solidFill>
              </a:rPr>
              <a:t>		15</a:t>
            </a:r>
            <a:r>
              <a:rPr lang="en-IN" sz="3200" b="1" baseline="30000" dirty="0" smtClean="0">
                <a:solidFill>
                  <a:schemeClr val="tx1"/>
                </a:solidFill>
              </a:rPr>
              <a:t>th</a:t>
            </a:r>
            <a:r>
              <a:rPr lang="en-IN" sz="3200" b="1" dirty="0" smtClean="0">
                <a:solidFill>
                  <a:schemeClr val="tx1"/>
                </a:solidFill>
              </a:rPr>
              <a:t> </a:t>
            </a:r>
            <a:r>
              <a:rPr lang="en-IN" sz="3200" b="1" dirty="0">
                <a:solidFill>
                  <a:schemeClr val="tx1"/>
                </a:solidFill>
              </a:rPr>
              <a:t>of July, 2021 by </a:t>
            </a:r>
            <a:endParaRPr lang="en-IN" sz="3200" b="1" dirty="0" smtClean="0">
              <a:solidFill>
                <a:schemeClr val="tx1"/>
              </a:solidFill>
            </a:endParaRPr>
          </a:p>
          <a:p>
            <a:pPr marR="50800" lvl="0" algn="just">
              <a:buClr>
                <a:schemeClr val="tx2">
                  <a:lumMod val="75000"/>
                </a:schemeClr>
              </a:buClr>
              <a:buNone/>
            </a:pPr>
            <a:r>
              <a:rPr lang="en-IN" sz="3200" b="1" dirty="0" smtClean="0"/>
              <a:t>	</a:t>
            </a:r>
            <a:r>
              <a:rPr lang="en-IN" sz="3200" b="1" dirty="0" smtClean="0"/>
              <a:t>	</a:t>
            </a:r>
            <a:r>
              <a:rPr lang="en-IN" sz="3200" b="1" dirty="0" err="1" smtClean="0">
                <a:solidFill>
                  <a:schemeClr val="tx1"/>
                </a:solidFill>
              </a:rPr>
              <a:t>Hon’ble</a:t>
            </a:r>
            <a:r>
              <a:rPr lang="en-IN" sz="3200" b="1" dirty="0" smtClean="0">
                <a:solidFill>
                  <a:schemeClr val="tx1"/>
                </a:solidFill>
              </a:rPr>
              <a:t> </a:t>
            </a:r>
            <a:r>
              <a:rPr lang="en-IN" sz="3200" b="1" dirty="0">
                <a:solidFill>
                  <a:schemeClr val="tx1"/>
                </a:solidFill>
              </a:rPr>
              <a:t>Chief Minister, </a:t>
            </a:r>
            <a:r>
              <a:rPr lang="en-IN" sz="3200" b="1" dirty="0" err="1" smtClean="0">
                <a:solidFill>
                  <a:schemeClr val="tx1"/>
                </a:solidFill>
              </a:rPr>
              <a:t>Shri</a:t>
            </a:r>
            <a:r>
              <a:rPr lang="en-IN" sz="3200" b="1" dirty="0" smtClean="0">
                <a:solidFill>
                  <a:schemeClr val="tx1"/>
                </a:solidFill>
              </a:rPr>
              <a:t>. </a:t>
            </a:r>
            <a:r>
              <a:rPr lang="en-IN" sz="3200" b="1" dirty="0">
                <a:solidFill>
                  <a:schemeClr val="tx1"/>
                </a:solidFill>
              </a:rPr>
              <a:t>Conrad </a:t>
            </a:r>
            <a:r>
              <a:rPr lang="en-IN" sz="3200" b="1" dirty="0" err="1">
                <a:solidFill>
                  <a:schemeClr val="tx1"/>
                </a:solidFill>
              </a:rPr>
              <a:t>Sangma</a:t>
            </a:r>
            <a:r>
              <a:rPr lang="en-IN" sz="3200" b="1" dirty="0" smtClean="0">
                <a:solidFill>
                  <a:schemeClr val="tx1"/>
                </a:solidFill>
              </a:rPr>
              <a:t>.</a:t>
            </a:r>
          </a:p>
          <a:p>
            <a:pPr marR="50800" lvl="0" algn="just">
              <a:buClr>
                <a:schemeClr val="tx2">
                  <a:lumMod val="75000"/>
                </a:schemeClr>
              </a:buClr>
            </a:pPr>
            <a:endParaRPr lang="en-IN" sz="1800" b="1" dirty="0">
              <a:solidFill>
                <a:schemeClr val="tx1"/>
              </a:solidFill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37004027"/>
              </p:ext>
            </p:extLst>
          </p:nvPr>
        </p:nvGraphicFramePr>
        <p:xfrm>
          <a:off x="1452530" y="3063572"/>
          <a:ext cx="10192592" cy="27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43932">
                  <a:extLst>
                    <a:ext uri="{9D8B030D-6E8A-4147-A177-3AD203B41FA5}">
                      <a16:colId xmlns="" xmlns:a16="http://schemas.microsoft.com/office/drawing/2014/main" val="866438184"/>
                    </a:ext>
                  </a:extLst>
                </a:gridCol>
                <a:gridCol w="2048660">
                  <a:extLst>
                    <a:ext uri="{9D8B030D-6E8A-4147-A177-3AD203B41FA5}">
                      <a16:colId xmlns="" xmlns:a16="http://schemas.microsoft.com/office/drawing/2014/main" val="3950896830"/>
                    </a:ext>
                  </a:extLst>
                </a:gridCol>
              </a:tblGrid>
              <a:tr h="38640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18334746"/>
                  </a:ext>
                </a:extLst>
              </a:tr>
              <a:tr h="913614">
                <a:tc>
                  <a:txBody>
                    <a:bodyPr/>
                    <a:lstStyle/>
                    <a:p>
                      <a:pPr algn="l"/>
                      <a:r>
                        <a:rPr lang="en-US" sz="2800" dirty="0" smtClean="0"/>
                        <a:t>Total number of Pensioners registered through in the Apps</a:t>
                      </a:r>
                      <a:endParaRPr lang="en-IN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5500+</a:t>
                      </a:r>
                      <a:endParaRPr lang="en-IN" sz="28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802799495"/>
                  </a:ext>
                </a:extLst>
              </a:tr>
              <a:tr h="501014">
                <a:tc>
                  <a:txBody>
                    <a:bodyPr/>
                    <a:lstStyle/>
                    <a:p>
                      <a:pPr algn="l"/>
                      <a:r>
                        <a:rPr lang="en-US" sz="2800" dirty="0" smtClean="0"/>
                        <a:t>Total number of Digital Life Certificates issued till date</a:t>
                      </a:r>
                      <a:endParaRPr lang="en-IN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14000+</a:t>
                      </a:r>
                      <a:endParaRPr lang="en-IN" sz="28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833593508"/>
                  </a:ext>
                </a:extLst>
              </a:tr>
              <a:tr h="913614">
                <a:tc>
                  <a:txBody>
                    <a:bodyPr/>
                    <a:lstStyle/>
                    <a:p>
                      <a:pPr algn="l"/>
                      <a:r>
                        <a:rPr lang="en-US" sz="2800" dirty="0" smtClean="0"/>
                        <a:t>Total number of Digital Life Certificates issued  (1.1.2023-22.11.2023)</a:t>
                      </a:r>
                      <a:endParaRPr lang="en-IN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 smtClean="0"/>
                        <a:t> 4200+</a:t>
                      </a:r>
                      <a:endParaRPr lang="en-IN" sz="28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014243741"/>
                  </a:ext>
                </a:extLst>
              </a:tr>
            </a:tbl>
          </a:graphicData>
        </a:graphic>
      </p:graphicFrame>
      <p:sp>
        <p:nvSpPr>
          <p:cNvPr id="11" name="Date Placeholder 7">
            <a:extLst>
              <a:ext uri="{FF2B5EF4-FFF2-40B4-BE49-F238E27FC236}">
                <a16:creationId xmlns:a16="http://schemas.microsoft.com/office/drawing/2014/main" xmlns="" id="{2F5D1206-2658-4D46-9EA0-68C407217B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188669"/>
            <a:ext cx="2743200" cy="365125"/>
          </a:xfrm>
        </p:spPr>
        <p:txBody>
          <a:bodyPr/>
          <a:lstStyle/>
          <a:p>
            <a:r>
              <a:rPr lang="en-US" noProof="1" smtClean="0"/>
              <a:t>24-Nov-2023</a:t>
            </a:r>
            <a:endParaRPr lang="en-US" noProof="1"/>
          </a:p>
        </p:txBody>
      </p:sp>
      <p:sp>
        <p:nvSpPr>
          <p:cNvPr id="12" name="Footer Placeholder 8">
            <a:extLst>
              <a:ext uri="{FF2B5EF4-FFF2-40B4-BE49-F238E27FC236}">
                <a16:creationId xmlns:a16="http://schemas.microsoft.com/office/drawing/2014/main" xmlns="" id="{1D80044F-0AF6-489C-BA16-D8C3AFF4E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188669"/>
            <a:ext cx="4114800" cy="365125"/>
          </a:xfrm>
        </p:spPr>
        <p:txBody>
          <a:bodyPr/>
          <a:lstStyle/>
          <a:p>
            <a:r>
              <a:rPr lang="en-US" noProof="1" smtClean="0"/>
              <a:t>DAT &amp; NIC Meghalaya</a:t>
            </a:r>
            <a:endParaRPr lang="en-US" noProof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36A72-EF4D-4486-A23C-054FE2E2A8D2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xmlns="" id="{0D29E27F-D56B-46E4-9441-7F127D6DA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5600" y="365125"/>
            <a:ext cx="8858200" cy="706421"/>
          </a:xfrm>
        </p:spPr>
        <p:txBody>
          <a:bodyPr>
            <a:noAutofit/>
          </a:bodyPr>
          <a:lstStyle/>
          <a:p>
            <a:r>
              <a:rPr lang="en-US" sz="3600" dirty="0" smtClean="0">
                <a:solidFill>
                  <a:schemeClr val="tx1"/>
                </a:solidFill>
              </a:rPr>
              <a:t>Feedback</a:t>
            </a:r>
            <a:endParaRPr lang="en-US" sz="3600" noProof="1">
              <a:solidFill>
                <a:schemeClr val="tx1"/>
              </a:solidFill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xmlns="" id="{74BA5CB2-5523-4E40-A544-0EB7707905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1"/>
            <a:ext cx="2738414" cy="1089529"/>
          </a:xfrm>
        </p:spPr>
        <p:txBody>
          <a:bodyPr/>
          <a:lstStyle/>
          <a:p>
            <a:pPr algn="l"/>
            <a:r>
              <a:rPr lang="en-US" sz="7200" noProof="1" smtClean="0"/>
              <a:t>DLC</a:t>
            </a:r>
            <a:endParaRPr lang="en-US" sz="9000" noProof="1"/>
          </a:p>
        </p:txBody>
      </p:sp>
      <p:pic>
        <p:nvPicPr>
          <p:cNvPr id="7" name="jowai.mp4">
            <a:hlinkClick r:id="" action="ppaction://media"/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024034" y="1619900"/>
            <a:ext cx="9215502" cy="4380868"/>
          </a:xfrm>
          <a:prstGeom prst="rect">
            <a:avLst/>
          </a:prstGeom>
        </p:spPr>
      </p:pic>
      <p:sp>
        <p:nvSpPr>
          <p:cNvPr id="10" name="Date Placeholder 7">
            <a:extLst>
              <a:ext uri="{FF2B5EF4-FFF2-40B4-BE49-F238E27FC236}">
                <a16:creationId xmlns:a16="http://schemas.microsoft.com/office/drawing/2014/main" xmlns="" id="{2F5D1206-2658-4D46-9EA0-68C407217B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188669"/>
            <a:ext cx="2743200" cy="365125"/>
          </a:xfrm>
        </p:spPr>
        <p:txBody>
          <a:bodyPr/>
          <a:lstStyle/>
          <a:p>
            <a:r>
              <a:rPr lang="en-US" noProof="1" smtClean="0"/>
              <a:t>24-Nov-2023</a:t>
            </a:r>
            <a:endParaRPr lang="en-US" noProof="1"/>
          </a:p>
        </p:txBody>
      </p:sp>
      <p:sp>
        <p:nvSpPr>
          <p:cNvPr id="11" name="Footer Placeholder 8">
            <a:extLst>
              <a:ext uri="{FF2B5EF4-FFF2-40B4-BE49-F238E27FC236}">
                <a16:creationId xmlns:a16="http://schemas.microsoft.com/office/drawing/2014/main" xmlns="" id="{1D80044F-0AF6-489C-BA16-D8C3AFF4E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188669"/>
            <a:ext cx="4114800" cy="365125"/>
          </a:xfrm>
        </p:spPr>
        <p:txBody>
          <a:bodyPr/>
          <a:lstStyle/>
          <a:p>
            <a:r>
              <a:rPr lang="en-US" noProof="1" smtClean="0"/>
              <a:t>DAT &amp; NIC Meghalaya</a:t>
            </a:r>
            <a:endParaRPr lang="en-US" noProof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36A72-EF4D-4486-A23C-054FE2E2A8D2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="" xmlns:a16="http://schemas.microsoft.com/office/drawing/2014/main" id="{389C68D6-C23C-49A9-BC10-A83DA2CD8C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7166" y="1285860"/>
            <a:ext cx="10855312" cy="4643470"/>
          </a:xfrm>
        </p:spPr>
        <p:txBody>
          <a:bodyPr>
            <a:noAutofit/>
          </a:bodyPr>
          <a:lstStyle/>
          <a:p>
            <a:pPr marR="50800" lvl="0" algn="just"/>
            <a:r>
              <a:rPr lang="en-US" sz="2000" b="1" u="sng" dirty="0">
                <a:solidFill>
                  <a:schemeClr val="tx1"/>
                </a:solidFill>
              </a:rPr>
              <a:t>M</a:t>
            </a:r>
            <a:r>
              <a:rPr lang="en-IN" sz="2000" b="1" u="sng" dirty="0">
                <a:solidFill>
                  <a:schemeClr val="tx1"/>
                </a:solidFill>
              </a:rPr>
              <a:t>OBILE </a:t>
            </a:r>
            <a:r>
              <a:rPr lang="en-IN" sz="2000" b="1" u="sng" dirty="0" smtClean="0">
                <a:solidFill>
                  <a:schemeClr val="tx1"/>
                </a:solidFill>
              </a:rPr>
              <a:t>APP:</a:t>
            </a:r>
            <a:r>
              <a:rPr lang="en-IN" sz="2000" b="1" dirty="0" smtClean="0">
                <a:solidFill>
                  <a:schemeClr val="tx1"/>
                </a:solidFill>
              </a:rPr>
              <a:t> </a:t>
            </a:r>
          </a:p>
          <a:p>
            <a:pPr marL="717550" marR="50800" lvl="1" indent="0" algn="just">
              <a:buNone/>
            </a:pPr>
            <a:r>
              <a:rPr lang="en-IN" dirty="0" smtClean="0">
                <a:solidFill>
                  <a:schemeClr val="tx1"/>
                </a:solidFill>
              </a:rPr>
              <a:t>The </a:t>
            </a:r>
            <a:r>
              <a:rPr lang="en-IN" dirty="0">
                <a:solidFill>
                  <a:schemeClr val="tx1"/>
                </a:solidFill>
              </a:rPr>
              <a:t>mobile app was developed using Flutter, a cross-platform mobile Framework.</a:t>
            </a:r>
            <a:endParaRPr lang="en-IN" sz="1600" dirty="0">
              <a:solidFill>
                <a:schemeClr val="tx1"/>
              </a:solidFill>
            </a:endParaRPr>
          </a:p>
          <a:p>
            <a:pPr marR="50800" lvl="0" algn="just"/>
            <a:r>
              <a:rPr lang="en-US" sz="2000" b="1" u="sng" dirty="0">
                <a:solidFill>
                  <a:schemeClr val="tx1"/>
                </a:solidFill>
              </a:rPr>
              <a:t>BACKEND: </a:t>
            </a:r>
          </a:p>
          <a:p>
            <a:pPr marR="50800" lvl="1" algn="just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tx1"/>
                </a:solidFill>
              </a:rPr>
              <a:t>The </a:t>
            </a:r>
            <a:r>
              <a:rPr lang="en-US" dirty="0" smtClean="0">
                <a:solidFill>
                  <a:schemeClr val="tx1"/>
                </a:solidFill>
              </a:rPr>
              <a:t>API’s </a:t>
            </a:r>
            <a:r>
              <a:rPr lang="en-US" dirty="0">
                <a:solidFill>
                  <a:schemeClr val="tx1"/>
                </a:solidFill>
              </a:rPr>
              <a:t>have been developed using </a:t>
            </a:r>
            <a:r>
              <a:rPr lang="en-US" b="1" dirty="0">
                <a:solidFill>
                  <a:schemeClr val="tx1"/>
                </a:solidFill>
              </a:rPr>
              <a:t>Django, a python based Framework.</a:t>
            </a:r>
          </a:p>
          <a:p>
            <a:pPr marR="50800" lvl="1" algn="just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tx1"/>
                </a:solidFill>
              </a:rPr>
              <a:t>Database used is </a:t>
            </a:r>
            <a:r>
              <a:rPr lang="en-US" b="1" dirty="0" err="1" smtClean="0">
                <a:solidFill>
                  <a:schemeClr val="tx1"/>
                </a:solidFill>
              </a:rPr>
              <a:t>PostgreSQL</a:t>
            </a:r>
            <a:r>
              <a:rPr lang="en-US" b="1" dirty="0" smtClean="0">
                <a:solidFill>
                  <a:schemeClr val="tx1"/>
                </a:solidFill>
              </a:rPr>
              <a:t>.</a:t>
            </a:r>
            <a:endParaRPr lang="en-US" b="1" dirty="0">
              <a:solidFill>
                <a:schemeClr val="tx1"/>
              </a:solidFill>
            </a:endParaRPr>
          </a:p>
          <a:p>
            <a:pPr marR="50800" algn="just"/>
            <a:r>
              <a:rPr lang="en-US" sz="2000" b="1" u="sng" dirty="0" smtClean="0">
                <a:solidFill>
                  <a:schemeClr val="tx1"/>
                </a:solidFill>
              </a:rPr>
              <a:t>AI </a:t>
            </a:r>
            <a:r>
              <a:rPr lang="en-US" sz="2000" b="1" u="sng" dirty="0">
                <a:solidFill>
                  <a:schemeClr val="tx1"/>
                </a:solidFill>
              </a:rPr>
              <a:t>MODULES:</a:t>
            </a:r>
          </a:p>
          <a:p>
            <a:pPr marR="50800" lvl="1" algn="just">
              <a:buFont typeface="Wingdings" panose="05000000000000000000" pitchFamily="2" charset="2"/>
              <a:buChar char="v"/>
            </a:pPr>
            <a:r>
              <a:rPr lang="en-US" sz="2000" b="1" u="sng" dirty="0">
                <a:solidFill>
                  <a:schemeClr val="tx1"/>
                </a:solidFill>
              </a:rPr>
              <a:t>FACE VERIFICATION:-</a:t>
            </a:r>
          </a:p>
          <a:p>
            <a:pPr marL="627063" marR="50800" lvl="1" indent="-303213" algn="just">
              <a:buNone/>
            </a:pPr>
            <a:r>
              <a:rPr lang="en-US" sz="1600" b="1" dirty="0">
                <a:solidFill>
                  <a:schemeClr val="tx1"/>
                </a:solidFill>
              </a:rPr>
              <a:t>	</a:t>
            </a:r>
            <a:r>
              <a:rPr lang="en-US" dirty="0" smtClean="0">
                <a:solidFill>
                  <a:schemeClr val="tx1"/>
                </a:solidFill>
              </a:rPr>
              <a:t>Face </a:t>
            </a:r>
            <a:r>
              <a:rPr lang="en-US" dirty="0">
                <a:solidFill>
                  <a:schemeClr val="tx1"/>
                </a:solidFill>
              </a:rPr>
              <a:t>verification and backend Liveness detection is done </a:t>
            </a:r>
            <a:r>
              <a:rPr lang="en-US" dirty="0" smtClean="0">
                <a:solidFill>
                  <a:schemeClr val="tx1"/>
                </a:solidFill>
              </a:rPr>
              <a:t>using </a:t>
            </a:r>
            <a:r>
              <a:rPr lang="en-US" b="1" dirty="0" smtClean="0">
                <a:solidFill>
                  <a:schemeClr val="tx1"/>
                </a:solidFill>
              </a:rPr>
              <a:t>Deep Learning models and </a:t>
            </a:r>
            <a:r>
              <a:rPr lang="en-US" b="1" dirty="0" err="1">
                <a:solidFill>
                  <a:schemeClr val="tx1"/>
                </a:solidFill>
              </a:rPr>
              <a:t>Satyapikanaan</a:t>
            </a:r>
            <a:r>
              <a:rPr lang="en-US" dirty="0">
                <a:solidFill>
                  <a:schemeClr val="tx1"/>
                </a:solidFill>
              </a:rPr>
              <a:t>, an in-house AI API developed by </a:t>
            </a:r>
            <a:r>
              <a:rPr lang="en-US" dirty="0" smtClean="0">
                <a:solidFill>
                  <a:schemeClr val="tx1"/>
                </a:solidFill>
              </a:rPr>
              <a:t>NIC.</a:t>
            </a:r>
          </a:p>
          <a:p>
            <a:pPr marL="627063" marR="50800" lvl="1" indent="-303213" algn="just">
              <a:buNone/>
            </a:pPr>
            <a:r>
              <a:rPr lang="en-US" dirty="0" smtClean="0">
                <a:solidFill>
                  <a:schemeClr val="tx1"/>
                </a:solidFill>
              </a:rPr>
              <a:t>	In absence of the NIC </a:t>
            </a:r>
            <a:r>
              <a:rPr lang="en-US" b="1" dirty="0" err="1" smtClean="0">
                <a:solidFill>
                  <a:schemeClr val="tx1"/>
                </a:solidFill>
              </a:rPr>
              <a:t>Satyapikanaan</a:t>
            </a:r>
            <a:r>
              <a:rPr lang="en-US" b="1" dirty="0" smtClean="0">
                <a:solidFill>
                  <a:schemeClr val="tx1"/>
                </a:solidFill>
              </a:rPr>
              <a:t>, </a:t>
            </a:r>
            <a:r>
              <a:rPr lang="en-US" dirty="0" smtClean="0">
                <a:solidFill>
                  <a:schemeClr val="tx1"/>
                </a:solidFill>
              </a:rPr>
              <a:t>we also have the </a:t>
            </a:r>
            <a:r>
              <a:rPr lang="en-US" dirty="0" err="1" smtClean="0">
                <a:solidFill>
                  <a:schemeClr val="tx1"/>
                </a:solidFill>
              </a:rPr>
              <a:t>buildin</a:t>
            </a:r>
            <a:r>
              <a:rPr lang="en-US" dirty="0" smtClean="0">
                <a:solidFill>
                  <a:schemeClr val="tx1"/>
                </a:solidFill>
              </a:rPr>
              <a:t> facial verification based on</a:t>
            </a:r>
            <a:r>
              <a:rPr lang="en-US" b="1" dirty="0" smtClean="0">
                <a:solidFill>
                  <a:schemeClr val="tx1"/>
                </a:solidFill>
              </a:rPr>
              <a:t> </a:t>
            </a:r>
            <a:r>
              <a:rPr lang="en-US" b="1" dirty="0" err="1" smtClean="0">
                <a:solidFill>
                  <a:schemeClr val="tx1"/>
                </a:solidFill>
              </a:rPr>
              <a:t>Facenet</a:t>
            </a:r>
            <a:r>
              <a:rPr lang="en-US" b="1" dirty="0" smtClean="0">
                <a:solidFill>
                  <a:schemeClr val="tx1"/>
                </a:solidFill>
              </a:rPr>
              <a:t>.</a:t>
            </a:r>
            <a:endParaRPr lang="en-US" sz="1600" dirty="0">
              <a:solidFill>
                <a:schemeClr val="tx1"/>
              </a:solidFill>
            </a:endParaRPr>
          </a:p>
          <a:p>
            <a:pPr marR="50800" lvl="1" algn="just">
              <a:buFont typeface="Wingdings" panose="05000000000000000000" pitchFamily="2" charset="2"/>
              <a:buChar char="v"/>
            </a:pPr>
            <a:r>
              <a:rPr lang="en-US" sz="1800" b="1" u="sng" dirty="0">
                <a:solidFill>
                  <a:schemeClr val="tx1"/>
                </a:solidFill>
              </a:rPr>
              <a:t>Real time Face Detection with Blinking is done using a model trained on YOLO </a:t>
            </a:r>
            <a:r>
              <a:rPr lang="en-US" sz="1800" b="1" u="sng" dirty="0" smtClean="0">
                <a:solidFill>
                  <a:schemeClr val="tx1"/>
                </a:solidFill>
              </a:rPr>
              <a:t>architecture and </a:t>
            </a:r>
            <a:r>
              <a:rPr lang="en-US" sz="1800" b="1" u="sng" dirty="0" err="1" smtClean="0">
                <a:solidFill>
                  <a:schemeClr val="tx1"/>
                </a:solidFill>
              </a:rPr>
              <a:t>blazeface</a:t>
            </a:r>
            <a:r>
              <a:rPr lang="en-US" sz="1800" b="1" u="sng" dirty="0" smtClean="0">
                <a:solidFill>
                  <a:schemeClr val="tx1"/>
                </a:solidFill>
              </a:rPr>
              <a:t>.</a:t>
            </a:r>
            <a:endParaRPr lang="en-IN" sz="1800" b="1" u="sng" dirty="0">
              <a:solidFill>
                <a:schemeClr val="tx1"/>
              </a:solidFill>
            </a:endParaRPr>
          </a:p>
          <a:p>
            <a:pPr marR="50800" lvl="1" algn="just">
              <a:buFont typeface="Wingdings" panose="05000000000000000000" pitchFamily="2" charset="2"/>
              <a:buChar char="v"/>
            </a:pP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="" xmlns:a16="http://schemas.microsoft.com/office/drawing/2014/main" id="{CA1BD87C-61EF-4236-89E2-EEF5BF7A9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4166" y="618066"/>
            <a:ext cx="8589650" cy="453494"/>
          </a:xfrm>
        </p:spPr>
        <p:txBody>
          <a:bodyPr>
            <a:normAutofit fontScale="90000"/>
          </a:bodyPr>
          <a:lstStyle/>
          <a:p>
            <a:r>
              <a:rPr lang="en-IN" dirty="0" smtClean="0">
                <a:solidFill>
                  <a:schemeClr val="tx1"/>
                </a:solidFill>
              </a:rPr>
              <a:t>Technology</a:t>
            </a:r>
            <a:r>
              <a:rPr lang="en-IN" dirty="0" smtClean="0">
                <a:solidFill>
                  <a:schemeClr val="bg1"/>
                </a:solidFill>
              </a:rPr>
              <a:t> </a:t>
            </a:r>
            <a:r>
              <a:rPr lang="en-IN" dirty="0" smtClean="0">
                <a:solidFill>
                  <a:schemeClr val="bg1"/>
                </a:solidFill>
              </a:rPr>
              <a:t>stack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xmlns="" id="{74BA5CB2-5523-4E40-A544-0EB7707905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1"/>
            <a:ext cx="2738414" cy="1089529"/>
          </a:xfrm>
        </p:spPr>
        <p:txBody>
          <a:bodyPr/>
          <a:lstStyle/>
          <a:p>
            <a:pPr algn="l"/>
            <a:r>
              <a:rPr lang="en-US" sz="7200" noProof="1" smtClean="0"/>
              <a:t>DLC</a:t>
            </a:r>
            <a:endParaRPr lang="en-US" sz="9000" noProof="1"/>
          </a:p>
        </p:txBody>
      </p:sp>
      <p:sp>
        <p:nvSpPr>
          <p:cNvPr id="11" name="Date Placeholder 7">
            <a:extLst>
              <a:ext uri="{FF2B5EF4-FFF2-40B4-BE49-F238E27FC236}">
                <a16:creationId xmlns:a16="http://schemas.microsoft.com/office/drawing/2014/main" xmlns="" id="{2F5D1206-2658-4D46-9EA0-68C407217B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188669"/>
            <a:ext cx="2743200" cy="365125"/>
          </a:xfrm>
        </p:spPr>
        <p:txBody>
          <a:bodyPr/>
          <a:lstStyle/>
          <a:p>
            <a:r>
              <a:rPr lang="en-US" noProof="1" smtClean="0"/>
              <a:t>24-Nov-2023</a:t>
            </a:r>
            <a:endParaRPr lang="en-US" noProof="1"/>
          </a:p>
        </p:txBody>
      </p:sp>
      <p:sp>
        <p:nvSpPr>
          <p:cNvPr id="12" name="Footer Placeholder 8">
            <a:extLst>
              <a:ext uri="{FF2B5EF4-FFF2-40B4-BE49-F238E27FC236}">
                <a16:creationId xmlns:a16="http://schemas.microsoft.com/office/drawing/2014/main" xmlns="" id="{1D80044F-0AF6-489C-BA16-D8C3AFF4E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188669"/>
            <a:ext cx="4114800" cy="365125"/>
          </a:xfrm>
        </p:spPr>
        <p:txBody>
          <a:bodyPr/>
          <a:lstStyle/>
          <a:p>
            <a:r>
              <a:rPr lang="en-US" noProof="1" smtClean="0"/>
              <a:t>DAT &amp; NIC Meghalaya</a:t>
            </a:r>
            <a:endParaRPr lang="en-US" noProof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36A72-EF4D-4486-A23C-054FE2E2A8D2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xmlns="" id="{0D29E27F-D56B-46E4-9441-7F127D6DA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5600" y="365125"/>
            <a:ext cx="8858200" cy="706421"/>
          </a:xfrm>
        </p:spPr>
        <p:txBody>
          <a:bodyPr>
            <a:noAutofit/>
          </a:bodyPr>
          <a:lstStyle/>
          <a:p>
            <a:r>
              <a:rPr lang="en-GB" sz="3600" dirty="0" smtClean="0">
                <a:solidFill>
                  <a:schemeClr val="tx1"/>
                </a:solidFill>
              </a:rPr>
              <a:t>Pensioner Rating and </a:t>
            </a:r>
            <a:r>
              <a:rPr lang="en-GB" sz="3600" dirty="0" smtClean="0">
                <a:solidFill>
                  <a:schemeClr val="tx1"/>
                </a:solidFill>
              </a:rPr>
              <a:t>review</a:t>
            </a:r>
            <a:endParaRPr lang="en-US" sz="3600" noProof="1">
              <a:solidFill>
                <a:schemeClr val="tx1"/>
              </a:solidFill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xmlns="" id="{74BA5CB2-5523-4E40-A544-0EB7707905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1"/>
            <a:ext cx="2738414" cy="1089529"/>
          </a:xfrm>
        </p:spPr>
        <p:txBody>
          <a:bodyPr/>
          <a:lstStyle/>
          <a:p>
            <a:pPr algn="l"/>
            <a:r>
              <a:rPr lang="en-US" sz="7200" noProof="1" smtClean="0"/>
              <a:t>DLC</a:t>
            </a:r>
            <a:endParaRPr lang="en-US" sz="9000" noProof="1"/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65018" y="1295940"/>
            <a:ext cx="2615161" cy="4469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12917" y="1354973"/>
            <a:ext cx="2718684" cy="4438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736474" y="1354974"/>
            <a:ext cx="3494810" cy="450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Date Placeholder 7">
            <a:extLst>
              <a:ext uri="{FF2B5EF4-FFF2-40B4-BE49-F238E27FC236}">
                <a16:creationId xmlns:a16="http://schemas.microsoft.com/office/drawing/2014/main" xmlns="" id="{2F5D1206-2658-4D46-9EA0-68C407217B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188669"/>
            <a:ext cx="2743200" cy="365125"/>
          </a:xfrm>
        </p:spPr>
        <p:txBody>
          <a:bodyPr/>
          <a:lstStyle/>
          <a:p>
            <a:r>
              <a:rPr lang="en-US" noProof="1" smtClean="0"/>
              <a:t>24-Nov-2023</a:t>
            </a:r>
            <a:endParaRPr lang="en-US" noProof="1"/>
          </a:p>
        </p:txBody>
      </p:sp>
      <p:sp>
        <p:nvSpPr>
          <p:cNvPr id="13" name="Footer Placeholder 8">
            <a:extLst>
              <a:ext uri="{FF2B5EF4-FFF2-40B4-BE49-F238E27FC236}">
                <a16:creationId xmlns:a16="http://schemas.microsoft.com/office/drawing/2014/main" xmlns="" id="{1D80044F-0AF6-489C-BA16-D8C3AFF4E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188669"/>
            <a:ext cx="4114800" cy="365125"/>
          </a:xfrm>
        </p:spPr>
        <p:txBody>
          <a:bodyPr/>
          <a:lstStyle/>
          <a:p>
            <a:r>
              <a:rPr lang="en-US" noProof="1" smtClean="0"/>
              <a:t>DAT &amp; NIC Meghalaya</a:t>
            </a:r>
            <a:endParaRPr lang="en-US" noProof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Thank </a:t>
            </a:r>
            <a:r>
              <a:rPr lang="en-US" dirty="0" err="1" smtClean="0"/>
              <a:t>hou</a:t>
            </a:r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algn="ctr"/>
            <a:r>
              <a:rPr lang="en-US" dirty="0" smtClean="0"/>
              <a:t>Anywhere, any Time, any place from your Mobile 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B2A56FE4-C890-4B94-95A1-A512A009952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-71438" y="2928934"/>
            <a:ext cx="4452926" cy="1428760"/>
          </a:xfrm>
        </p:spPr>
        <p:txBody>
          <a:bodyPr/>
          <a:lstStyle/>
          <a:p>
            <a:r>
              <a:rPr lang="en-IN" sz="12000" dirty="0" smtClean="0">
                <a:latin typeface="Elephant" pitchFamily="18" charset="0"/>
              </a:rPr>
              <a:t>DLC</a:t>
            </a:r>
            <a:endParaRPr lang="en-US" sz="12000" dirty="0">
              <a:latin typeface="Elephant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89086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HOWEET-CORP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howeet theme">
  <a:themeElements>
    <a:clrScheme name="SHO-DARK PRO">
      <a:dk1>
        <a:srgbClr val="25252B"/>
      </a:dk1>
      <a:lt1>
        <a:sysClr val="window" lastClr="FFFFFF"/>
      </a:lt1>
      <a:dk2>
        <a:srgbClr val="404152"/>
      </a:dk2>
      <a:lt2>
        <a:srgbClr val="E7E6E6"/>
      </a:lt2>
      <a:accent1>
        <a:srgbClr val="08CF96"/>
      </a:accent1>
      <a:accent2>
        <a:srgbClr val="FDEF54"/>
      </a:accent2>
      <a:accent3>
        <a:srgbClr val="3598FE"/>
      </a:accent3>
      <a:accent4>
        <a:srgbClr val="EF3C77"/>
      </a:accent4>
      <a:accent5>
        <a:srgbClr val="FF9933"/>
      </a:accent5>
      <a:accent6>
        <a:srgbClr val="08CF96"/>
      </a:accent6>
      <a:hlink>
        <a:srgbClr val="08CF96"/>
      </a:hlink>
      <a:folHlink>
        <a:srgbClr val="08CF96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howeet">
  <a:themeElements>
    <a:clrScheme name="Sho-RETRO">
      <a:dk1>
        <a:srgbClr val="231F20"/>
      </a:dk1>
      <a:lt1>
        <a:sysClr val="window" lastClr="FFFFFF"/>
      </a:lt1>
      <a:dk2>
        <a:srgbClr val="1E2631"/>
      </a:dk2>
      <a:lt2>
        <a:srgbClr val="E9DEDB"/>
      </a:lt2>
      <a:accent1>
        <a:srgbClr val="CD5727"/>
      </a:accent1>
      <a:accent2>
        <a:srgbClr val="B54923"/>
      </a:accent2>
      <a:accent3>
        <a:srgbClr val="933416"/>
      </a:accent3>
      <a:accent4>
        <a:srgbClr val="231F20"/>
      </a:accent4>
      <a:accent5>
        <a:srgbClr val="E9DEDB"/>
      </a:accent5>
      <a:accent6>
        <a:srgbClr val="1E2631"/>
      </a:accent6>
      <a:hlink>
        <a:srgbClr val="7F7F7F"/>
      </a:hlink>
      <a:folHlink>
        <a:srgbClr val="7F7F7F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77298</TotalTime>
  <Words>416</Words>
  <PresentationFormat>Custom</PresentationFormat>
  <Paragraphs>128</Paragraphs>
  <Slides>13</Slides>
  <Notes>7</Notes>
  <HiddenSlides>0</HiddenSlides>
  <MMClips>3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SHOWEET-CORPO</vt:lpstr>
      <vt:lpstr>Showeet theme</vt:lpstr>
      <vt:lpstr>showeet</vt:lpstr>
      <vt:lpstr> Pensioner’s Life Certificate Verification Mobile Application </vt:lpstr>
      <vt:lpstr>Digital life Certificate</vt:lpstr>
      <vt:lpstr>Target Audiance</vt:lpstr>
      <vt:lpstr>Pensioners gudelines  for using the mobile app</vt:lpstr>
      <vt:lpstr>PENSIONER’S Digital LIFE CERTIFICATE VERIFICATION SYSTEM</vt:lpstr>
      <vt:lpstr>Pensioners Registration</vt:lpstr>
      <vt:lpstr>HOW TO SUBMIT PHOTO/LIFE CERTIFICATE?</vt:lpstr>
      <vt:lpstr>Sustainability</vt:lpstr>
      <vt:lpstr>statistics</vt:lpstr>
      <vt:lpstr>Feedback</vt:lpstr>
      <vt:lpstr>Technology stack</vt:lpstr>
      <vt:lpstr>Pensioner Rating and review</vt:lpstr>
      <vt:lpstr>Thank hou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CORPO - PowerPoint Template</dc:title>
  <dc:creator>showeet.com</dc:creator>
  <dc:description>© Copyright Showeet.com</dc:description>
  <cp:lastModifiedBy>acer</cp:lastModifiedBy>
  <cp:revision>5</cp:revision>
  <dcterms:created xsi:type="dcterms:W3CDTF">2011-05-09T14:18:21Z</dcterms:created>
  <dcterms:modified xsi:type="dcterms:W3CDTF">2023-11-23T14:01:37Z</dcterms:modified>
  <cp:category>Templates</cp:category>
</cp:coreProperties>
</file>